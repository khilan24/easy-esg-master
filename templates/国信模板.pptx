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Override1.xml" ContentType="application/vnd.openxmlformats-officedocument.themeOverr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56" r:id="rId2"/>
    <p:sldId id="2234" r:id="rId3"/>
    <p:sldId id="271" r:id="rId4"/>
    <p:sldId id="263" r:id="rId5"/>
    <p:sldId id="2240" r:id="rId6"/>
    <p:sldId id="2241" r:id="rId7"/>
    <p:sldId id="2242" r:id="rId8"/>
    <p:sldId id="2243" r:id="rId9"/>
    <p:sldId id="2244" r:id="rId10"/>
    <p:sldId id="2245" r:id="rId11"/>
    <p:sldId id="2246" r:id="rId12"/>
    <p:sldId id="2235" r:id="rId13"/>
    <p:sldId id="2236" r:id="rId14"/>
    <p:sldId id="2247" r:id="rId15"/>
    <p:sldId id="2248" r:id="rId16"/>
    <p:sldId id="2249" r:id="rId17"/>
    <p:sldId id="2250" r:id="rId18"/>
    <p:sldId id="2251" r:id="rId19"/>
    <p:sldId id="2252" r:id="rId20"/>
    <p:sldId id="2253" r:id="rId21"/>
    <p:sldId id="2237" r:id="rId22"/>
    <p:sldId id="2238" r:id="rId23"/>
    <p:sldId id="2254" r:id="rId24"/>
    <p:sldId id="2255" r:id="rId25"/>
    <p:sldId id="2256" r:id="rId26"/>
    <p:sldId id="2257" r:id="rId27"/>
    <p:sldId id="2258" r:id="rId28"/>
    <p:sldId id="2259" r:id="rId29"/>
    <p:sldId id="2260" r:id="rId30"/>
    <p:sldId id="2239" r:id="rId31"/>
    <p:sldId id="272" r:id="rId32"/>
    <p:sldId id="261" r:id="rId33"/>
    <p:sldId id="262" r:id="rId34"/>
  </p:sldIdLst>
  <p:sldSz cx="12192000" cy="6858000"/>
  <p:notesSz cx="10234613" cy="7104063"/>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8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77"/>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28" d="100"/>
          <a:sy n="128" d="100"/>
        </p:scale>
        <p:origin x="651" y="75"/>
      </p:cViewPr>
      <p:guideLst>
        <p:guide orient="horz" pos="2174"/>
        <p:guide pos="3816"/>
      </p:guideLst>
    </p:cSldViewPr>
  </p:slideViewPr>
  <p:notesTextViewPr>
    <p:cViewPr>
      <p:scale>
        <a:sx n="3" d="2"/>
        <a:sy n="3" d="2"/>
      </p:scale>
      <p:origin x="0" y="0"/>
    </p:cViewPr>
  </p:notesTextViewPr>
  <p:notesViewPr>
    <p:cSldViewPr snapToGrid="0">
      <p:cViewPr varScale="1">
        <p:scale>
          <a:sx n="111" d="100"/>
          <a:sy n="111" d="100"/>
        </p:scale>
        <p:origin x="2154" y="108"/>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34862" cy="356421"/>
          </a:xfrm>
          <a:prstGeom prst="rect">
            <a:avLst/>
          </a:prstGeom>
        </p:spPr>
        <p:txBody>
          <a:bodyPr vert="horz" lIns="91440" tIns="45720" rIns="91440" bIns="45720" rtlCol="0"/>
          <a:lstStyle>
            <a:lvl1pPr algn="l">
              <a:defRPr sz="1660"/>
            </a:lvl1pPr>
          </a:lstStyle>
          <a:p>
            <a:endParaRPr lang="zh-CN" altLang="en-US"/>
          </a:p>
        </p:txBody>
      </p:sp>
      <p:sp>
        <p:nvSpPr>
          <p:cNvPr id="3" name="日期占位符 2"/>
          <p:cNvSpPr>
            <a:spLocks noGrp="1"/>
          </p:cNvSpPr>
          <p:nvPr>
            <p:ph type="dt" sz="quarter" idx="1"/>
          </p:nvPr>
        </p:nvSpPr>
        <p:spPr>
          <a:xfrm>
            <a:off x="5797066" y="0"/>
            <a:ext cx="4434862" cy="356421"/>
          </a:xfrm>
          <a:prstGeom prst="rect">
            <a:avLst/>
          </a:prstGeom>
        </p:spPr>
        <p:txBody>
          <a:bodyPr vert="horz" lIns="91440" tIns="45720" rIns="91440" bIns="45720" rtlCol="0"/>
          <a:lstStyle>
            <a:lvl1pPr algn="r">
              <a:defRPr sz="1660"/>
            </a:lvl1pPr>
          </a:lstStyle>
          <a:p>
            <a:fld id="{0F9B84EA-7D68-4D60-9CB1-D50884785D1C}" type="datetimeFigureOut">
              <a:rPr lang="zh-CN" altLang="en-US" smtClean="0"/>
              <a:t>2026/2/22</a:t>
            </a:fld>
            <a:endParaRPr lang="zh-CN" altLang="en-US"/>
          </a:p>
        </p:txBody>
      </p:sp>
      <p:sp>
        <p:nvSpPr>
          <p:cNvPr id="4" name="页脚占位符 3"/>
          <p:cNvSpPr>
            <a:spLocks noGrp="1"/>
          </p:cNvSpPr>
          <p:nvPr>
            <p:ph type="ftr" sz="quarter" idx="2"/>
          </p:nvPr>
        </p:nvSpPr>
        <p:spPr>
          <a:xfrm>
            <a:off x="0" y="6747325"/>
            <a:ext cx="4434862" cy="356420"/>
          </a:xfrm>
          <a:prstGeom prst="rect">
            <a:avLst/>
          </a:prstGeom>
        </p:spPr>
        <p:txBody>
          <a:bodyPr vert="horz" lIns="91440" tIns="45720" rIns="91440" bIns="45720" rtlCol="0" anchor="b"/>
          <a:lstStyle>
            <a:lvl1pPr algn="l">
              <a:defRPr sz="1660"/>
            </a:lvl1pPr>
          </a:lstStyle>
          <a:p>
            <a:endParaRPr lang="zh-CN" altLang="en-US"/>
          </a:p>
        </p:txBody>
      </p:sp>
      <p:sp>
        <p:nvSpPr>
          <p:cNvPr id="5" name="灯片编号占位符 4"/>
          <p:cNvSpPr>
            <a:spLocks noGrp="1"/>
          </p:cNvSpPr>
          <p:nvPr>
            <p:ph type="sldNum" sz="quarter" idx="3"/>
          </p:nvPr>
        </p:nvSpPr>
        <p:spPr>
          <a:xfrm>
            <a:off x="5797066" y="6747325"/>
            <a:ext cx="4434862" cy="356420"/>
          </a:xfrm>
          <a:prstGeom prst="rect">
            <a:avLst/>
          </a:prstGeom>
        </p:spPr>
        <p:txBody>
          <a:bodyPr vert="horz" lIns="91440" tIns="45720" rIns="91440" bIns="45720" rtlCol="0" anchor="b"/>
          <a:lstStyle>
            <a:lvl1pPr algn="r">
              <a:defRPr sz="166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34679" cy="3559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797788" y="0"/>
            <a:ext cx="4434677" cy="355915"/>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2026/2/22</a:t>
            </a:fld>
            <a:endParaRPr lang="zh-CN" altLang="en-US"/>
          </a:p>
        </p:txBody>
      </p:sp>
      <p:sp>
        <p:nvSpPr>
          <p:cNvPr id="4" name="幻灯片图像占位符 3"/>
          <p:cNvSpPr>
            <a:spLocks noGrp="1" noRot="1" noChangeAspect="1"/>
          </p:cNvSpPr>
          <p:nvPr>
            <p:ph type="sldImg" idx="2"/>
          </p:nvPr>
        </p:nvSpPr>
        <p:spPr>
          <a:xfrm>
            <a:off x="2986986" y="888133"/>
            <a:ext cx="4263068" cy="239774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24619" y="3419204"/>
            <a:ext cx="8187802" cy="279662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748051"/>
            <a:ext cx="4434679" cy="35591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797788" y="6748051"/>
            <a:ext cx="4434677" cy="355915"/>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987675" y="887413"/>
            <a:ext cx="4262438" cy="2398712"/>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87675" y="887413"/>
            <a:ext cx="4262438" cy="2398712"/>
          </a:xfrm>
        </p:spPr>
      </p:sp>
      <p:sp>
        <p:nvSpPr>
          <p:cNvPr id="3" name="备注占位符 2"/>
          <p:cNvSpPr>
            <a:spLocks noGrp="1"/>
          </p:cNvSpPr>
          <p:nvPr>
            <p:ph type="body" idx="1"/>
          </p:nvPr>
        </p:nvSpPr>
        <p:spPr/>
        <p:txBody>
          <a:bodyPr/>
          <a:lstStyle/>
          <a:p>
            <a:r>
              <a:rPr lang="zh-CN" altLang="en-US" dirty="0"/>
              <a:t>风险评价模型的改进：</a:t>
            </a:r>
            <a:r>
              <a:rPr lang="en-US" altLang="zh-CN" dirty="0"/>
              <a:t>1.</a:t>
            </a:r>
            <a:r>
              <a:rPr lang="zh-CN" altLang="en-US" dirty="0"/>
              <a:t>传统模型</a:t>
            </a:r>
            <a:r>
              <a:rPr lang="en-US" altLang="zh-CN" dirty="0"/>
              <a:t> </a:t>
            </a:r>
            <a:r>
              <a:rPr lang="zh-CN" altLang="en-US" dirty="0"/>
              <a:t>全资产的风险贡献度是一致的</a:t>
            </a:r>
            <a:r>
              <a:rPr lang="en-US" altLang="zh-CN" dirty="0"/>
              <a:t> </a:t>
            </a:r>
            <a:r>
              <a:rPr lang="zh-CN" altLang="en-US" dirty="0"/>
              <a:t>不同宏观场景下进行风险等权分配；中国股市长期被低估</a:t>
            </a:r>
            <a:r>
              <a:rPr lang="en-US" altLang="zh-CN" dirty="0"/>
              <a:t> </a:t>
            </a:r>
            <a:r>
              <a:rPr lang="zh-CN" altLang="en-US" dirty="0"/>
              <a:t>估值中枢是低位</a:t>
            </a:r>
            <a:r>
              <a:rPr lang="en-US" altLang="zh-CN" dirty="0"/>
              <a:t> </a:t>
            </a:r>
            <a:r>
              <a:rPr lang="zh-CN" altLang="en-US" dirty="0"/>
              <a:t>资本市场等指标</a:t>
            </a:r>
            <a:r>
              <a:rPr lang="en-US" altLang="zh-CN" dirty="0"/>
              <a:t> </a:t>
            </a:r>
            <a:r>
              <a:rPr lang="zh-CN" altLang="en-US" dirty="0"/>
              <a:t>在资产的风险分配上做判断</a:t>
            </a:r>
          </a:p>
          <a:p>
            <a:r>
              <a:rPr lang="zh-CN" altLang="en-US" dirty="0"/>
              <a:t>分析师一致观点对结果的影响，三类信息给到</a:t>
            </a:r>
            <a:r>
              <a:rPr lang="en-US" altLang="zh-CN" dirty="0"/>
              <a:t>ds</a:t>
            </a:r>
            <a:r>
              <a:rPr lang="zh-CN" altLang="en-US" dirty="0"/>
              <a:t>后，每个月没类资产给多少风险偏好程度，传统上有</a:t>
            </a:r>
            <a:r>
              <a:rPr lang="en-US" altLang="zh-CN" dirty="0"/>
              <a:t>-6%-3%</a:t>
            </a:r>
            <a:r>
              <a:rPr lang="zh-CN" altLang="en-US" dirty="0"/>
              <a:t>小幅波动，优化收益率，</a:t>
            </a:r>
            <a:r>
              <a:rPr lang="en-US" altLang="zh-CN" dirty="0"/>
              <a:t>smart </a:t>
            </a:r>
            <a:r>
              <a:rPr lang="zh-CN" altLang="en-US" dirty="0"/>
              <a:t>贝塔策略</a:t>
            </a:r>
          </a:p>
          <a:p>
            <a:endParaRPr lang="zh-CN" altLang="en-US" dirty="0"/>
          </a:p>
          <a:p>
            <a:r>
              <a:rPr lang="en-US" altLang="zh-CN" dirty="0"/>
              <a:t>2.</a:t>
            </a:r>
            <a:r>
              <a:rPr lang="zh-CN" altLang="en-US" dirty="0"/>
              <a:t>回溯周期调整：历史是协方差计算给出风险指标，预期是未来市场演变和过去三年是完全一致的，是否合理，没有</a:t>
            </a:r>
            <a:r>
              <a:rPr lang="en-US" altLang="zh-CN" dirty="0"/>
              <a:t>ai</a:t>
            </a:r>
            <a:r>
              <a:rPr lang="zh-CN" altLang="en-US" dirty="0"/>
              <a:t>前不行，有</a:t>
            </a:r>
            <a:r>
              <a:rPr lang="en-US" altLang="zh-CN" dirty="0"/>
              <a:t>AI</a:t>
            </a:r>
            <a:r>
              <a:rPr lang="zh-CN" altLang="en-US" dirty="0"/>
              <a:t>后不同时期、月份、阶段都有不同回溯周期，当月和过去</a:t>
            </a:r>
            <a:r>
              <a:rPr lang="en-US" altLang="zh-CN" dirty="0"/>
              <a:t>12</a:t>
            </a:r>
            <a:r>
              <a:rPr lang="zh-CN" altLang="en-US" dirty="0"/>
              <a:t>个月，也可能和过去</a:t>
            </a:r>
            <a:r>
              <a:rPr lang="en-US" altLang="zh-CN" dirty="0"/>
              <a:t>14</a:t>
            </a:r>
            <a:r>
              <a:rPr lang="zh-CN" altLang="en-US" dirty="0"/>
              <a:t>个月</a:t>
            </a:r>
            <a:r>
              <a:rPr lang="en-US" altLang="zh-CN" dirty="0"/>
              <a:t>……</a:t>
            </a:r>
            <a:r>
              <a:rPr lang="zh-CN" altLang="en-US" dirty="0"/>
              <a:t>都会借助</a:t>
            </a:r>
            <a:r>
              <a:rPr lang="en-US" altLang="zh-CN" dirty="0"/>
              <a:t>AI</a:t>
            </a:r>
            <a:r>
              <a:rPr lang="zh-CN" altLang="en-US" dirty="0"/>
              <a:t>来调整，带来不小幅度的优化，风险平价模型本身的修正</a:t>
            </a:r>
          </a:p>
          <a:p>
            <a:endParaRPr lang="zh-CN" altLang="en-US" dirty="0"/>
          </a:p>
          <a:p>
            <a:r>
              <a:rPr lang="en-US" altLang="zh-CN" dirty="0"/>
              <a:t>ai</a:t>
            </a:r>
            <a:r>
              <a:rPr lang="zh-CN" altLang="en-US" dirty="0"/>
              <a:t>选择</a:t>
            </a:r>
            <a:r>
              <a:rPr lang="en-US" altLang="zh-CN" dirty="0"/>
              <a:t>etf</a:t>
            </a:r>
            <a:r>
              <a:rPr lang="zh-CN" altLang="en-US" dirty="0"/>
              <a:t>组合：也用</a:t>
            </a:r>
            <a:r>
              <a:rPr lang="en-US" altLang="zh-CN" dirty="0"/>
              <a:t>etf</a:t>
            </a:r>
            <a:r>
              <a:rPr lang="zh-CN" altLang="en-US" dirty="0"/>
              <a:t>做组合来配置，四个象限、四个部分，选</a:t>
            </a:r>
            <a:r>
              <a:rPr lang="en-US" altLang="zh-CN" dirty="0"/>
              <a:t>etf</a:t>
            </a:r>
            <a:r>
              <a:rPr lang="zh-CN" altLang="en-US" dirty="0"/>
              <a:t>组合，做配置时风险比较低，实现好的收益</a:t>
            </a:r>
          </a:p>
          <a:p>
            <a:r>
              <a:rPr lang="en-US" altLang="zh-CN" dirty="0"/>
              <a:t>ai</a:t>
            </a:r>
            <a:r>
              <a:rPr lang="zh-CN" altLang="en-US" dirty="0"/>
              <a:t>在</a:t>
            </a:r>
            <a:r>
              <a:rPr lang="en-US" altLang="zh-CN" dirty="0"/>
              <a:t>etf</a:t>
            </a:r>
            <a:r>
              <a:rPr lang="zh-CN" altLang="en-US" dirty="0"/>
              <a:t>中去选择，四个象限，</a:t>
            </a:r>
            <a:r>
              <a:rPr lang="en-US" altLang="zh-CN" dirty="0"/>
              <a:t>ai</a:t>
            </a:r>
            <a:r>
              <a:rPr lang="zh-CN" altLang="en-US" dirty="0"/>
              <a:t>去选</a:t>
            </a:r>
            <a:r>
              <a:rPr lang="en-US" altLang="zh-CN" dirty="0"/>
              <a:t>etf+</a:t>
            </a:r>
            <a:r>
              <a:rPr lang="zh-CN" altLang="en-US" dirty="0"/>
              <a:t>优化后风险平价模型是最强的，最大程度发挥</a:t>
            </a:r>
            <a:r>
              <a:rPr lang="en-US" altLang="zh-CN" dirty="0"/>
              <a:t>ai</a:t>
            </a:r>
            <a:r>
              <a:rPr lang="zh-CN" altLang="en-US" dirty="0"/>
              <a:t>在资产平价上有效性</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150" y="1322962"/>
            <a:ext cx="91449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a:xfrm>
            <a:off x="838283" y="6356350"/>
            <a:ext cx="2743470" cy="365125"/>
          </a:xfrm>
        </p:spPr>
        <p:txBody>
          <a:bodyPr/>
          <a:lstStyle/>
          <a:p>
            <a:fld id="{1E793084-4270-4A06-8B35-598BE1DFF238}" type="datetime1">
              <a:rPr lang="zh-CN" altLang="en-US" smtClean="0"/>
              <a:t>2026/2/22</a:t>
            </a:fld>
            <a:endParaRPr lang="zh-CN" altLang="en-US"/>
          </a:p>
        </p:txBody>
      </p:sp>
      <p:sp>
        <p:nvSpPr>
          <p:cNvPr id="5" name="页脚占位符 4"/>
          <p:cNvSpPr>
            <a:spLocks noGrp="1"/>
          </p:cNvSpPr>
          <p:nvPr>
            <p:ph type="ftr" sz="quarter" idx="11"/>
          </p:nvPr>
        </p:nvSpPr>
        <p:spPr>
          <a:xfrm>
            <a:off x="4038998" y="6356350"/>
            <a:ext cx="4115205" cy="365125"/>
          </a:xfrm>
        </p:spPr>
        <p:txBody>
          <a:bodyPr/>
          <a:lstStyle/>
          <a:p>
            <a:endParaRPr lang="zh-CN" altLang="en-US"/>
          </a:p>
        </p:txBody>
      </p:sp>
      <p:sp>
        <p:nvSpPr>
          <p:cNvPr id="6" name="灯片编号占位符 5"/>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150" y="3602038"/>
            <a:ext cx="91449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178435"/>
            <a:ext cx="4773930" cy="601980"/>
          </a:xfrm>
        </p:spPr>
        <p:txBody>
          <a:bodyPr anchor="ctr" anchorCtr="0">
            <a:normAutofit/>
          </a:bodyPr>
          <a:lstStyle>
            <a:lvl1pPr>
              <a:defRPr sz="2400" b="1" u="none" strike="noStrike" kern="1200" cap="none" spc="0" normalizeH="0">
                <a:solidFill>
                  <a:schemeClr val="tx1"/>
                </a:solidFill>
                <a:effectLst/>
                <a:uFillTx/>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a:xfrm>
            <a:off x="647700" y="859790"/>
            <a:ext cx="10926445" cy="5224780"/>
          </a:xfrm>
        </p:spPr>
        <p:txBody>
          <a:bodyPr>
            <a:normAutofit/>
          </a:bodyPr>
          <a:lstStyle>
            <a:lvl1pPr>
              <a:defRPr sz="20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1pPr>
            <a:lvl2pPr>
              <a:defRPr sz="18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2pPr>
            <a:lvl3pPr>
              <a:defRPr sz="16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3pPr>
            <a:lvl4pPr>
              <a:defRPr sz="16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4pPr>
            <a:lvl5pPr>
              <a:defRPr sz="16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32" y="3751117"/>
            <a:ext cx="7322271"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932" y="4610028"/>
            <a:ext cx="7322271"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a:xfrm>
            <a:off x="838283" y="6356350"/>
            <a:ext cx="2743470" cy="365125"/>
          </a:xfrm>
        </p:spPr>
        <p:txBody>
          <a:bodyPr/>
          <a:lstStyle/>
          <a:p>
            <a:fld id="{4F81478C-1629-4638-ACA5-6E00F587F706}" type="datetime1">
              <a:rPr lang="zh-CN" altLang="en-US" smtClean="0"/>
              <a:t>2026/2/22</a:t>
            </a:fld>
            <a:endParaRPr lang="zh-CN" altLang="en-US" dirty="0"/>
          </a:p>
        </p:txBody>
      </p:sp>
      <p:sp>
        <p:nvSpPr>
          <p:cNvPr id="5" name="页脚占位符 4"/>
          <p:cNvSpPr>
            <a:spLocks noGrp="1"/>
          </p:cNvSpPr>
          <p:nvPr>
            <p:ph type="ftr" sz="quarter" idx="11"/>
          </p:nvPr>
        </p:nvSpPr>
        <p:spPr>
          <a:xfrm>
            <a:off x="4038998" y="6356350"/>
            <a:ext cx="4115205" cy="365125"/>
          </a:xfrm>
        </p:spPr>
        <p:txBody>
          <a:bodyPr/>
          <a:lstStyle/>
          <a:p>
            <a:endParaRPr lang="zh-CN" altLang="en-US" dirty="0"/>
          </a:p>
        </p:txBody>
      </p:sp>
      <p:sp>
        <p:nvSpPr>
          <p:cNvPr id="6" name="灯片编号占位符 5"/>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64" y="258445"/>
            <a:ext cx="10516635"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64" y="1825625"/>
            <a:ext cx="518211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2289" y="1825625"/>
            <a:ext cx="518211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a:xfrm>
            <a:off x="838283" y="6356350"/>
            <a:ext cx="2743470" cy="365125"/>
          </a:xfrm>
        </p:spPr>
        <p:txBody>
          <a:bodyPr/>
          <a:lstStyle/>
          <a:p>
            <a:fld id="{75A98581-B424-4D54-8BD5-2127569D05EF}" type="datetime1">
              <a:rPr lang="zh-CN" altLang="en-US" smtClean="0"/>
              <a:t>2026/2/22</a:t>
            </a:fld>
            <a:endParaRPr lang="zh-CN" altLang="en-US"/>
          </a:p>
        </p:txBody>
      </p:sp>
      <p:sp>
        <p:nvSpPr>
          <p:cNvPr id="6" name="页脚占位符 5"/>
          <p:cNvSpPr>
            <a:spLocks noGrp="1"/>
          </p:cNvSpPr>
          <p:nvPr>
            <p:ph type="ftr" sz="quarter" idx="11"/>
          </p:nvPr>
        </p:nvSpPr>
        <p:spPr>
          <a:xfrm>
            <a:off x="4038998" y="6356350"/>
            <a:ext cx="4115205" cy="365125"/>
          </a:xfrm>
        </p:spPr>
        <p:txBody>
          <a:bodyPr/>
          <a:lstStyle/>
          <a:p>
            <a:endParaRPr lang="zh-CN" altLang="en-US"/>
          </a:p>
        </p:txBody>
      </p:sp>
      <p:sp>
        <p:nvSpPr>
          <p:cNvPr id="7" name="灯片编号占位符 6"/>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71" y="365125"/>
            <a:ext cx="10516635" cy="1325563"/>
          </a:xfrm>
        </p:spPr>
        <p:txBody>
          <a:bodyPr/>
          <a:lstStyle/>
          <a:p>
            <a:r>
              <a:rPr lang="zh-CN" altLang="en-US"/>
              <a:t>单击此处编辑母版标题样式</a:t>
            </a:r>
          </a:p>
        </p:txBody>
      </p:sp>
      <p:sp>
        <p:nvSpPr>
          <p:cNvPr id="3" name="文本占位符 2"/>
          <p:cNvSpPr>
            <a:spLocks noGrp="1"/>
          </p:cNvSpPr>
          <p:nvPr>
            <p:ph type="body" idx="1"/>
          </p:nvPr>
        </p:nvSpPr>
        <p:spPr>
          <a:xfrm>
            <a:off x="839871" y="1744961"/>
            <a:ext cx="515829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871" y="2615609"/>
            <a:ext cx="5158295"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808" y="1744961"/>
            <a:ext cx="518369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808" y="2615609"/>
            <a:ext cx="518369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83" y="6356350"/>
            <a:ext cx="2743470" cy="365125"/>
          </a:xfrm>
        </p:spPr>
        <p:txBody>
          <a:bodyPr/>
          <a:lstStyle/>
          <a:p>
            <a:fld id="{A24EA1C5-1812-438F-AF01-5221AAB1F5D3}" type="datetime1">
              <a:rPr lang="zh-CN" altLang="en-US" smtClean="0"/>
              <a:t>2026/2/22</a:t>
            </a:fld>
            <a:endParaRPr lang="zh-CN" altLang="en-US"/>
          </a:p>
        </p:txBody>
      </p:sp>
      <p:sp>
        <p:nvSpPr>
          <p:cNvPr id="8" name="页脚占位符 7"/>
          <p:cNvSpPr>
            <a:spLocks noGrp="1"/>
          </p:cNvSpPr>
          <p:nvPr>
            <p:ph type="ftr" sz="quarter" idx="11"/>
          </p:nvPr>
        </p:nvSpPr>
        <p:spPr>
          <a:xfrm>
            <a:off x="4038998" y="6356350"/>
            <a:ext cx="4115205" cy="365125"/>
          </a:xfrm>
        </p:spPr>
        <p:txBody>
          <a:bodyPr/>
          <a:lstStyle/>
          <a:p>
            <a:endParaRPr lang="zh-CN" altLang="en-US"/>
          </a:p>
        </p:txBody>
      </p:sp>
      <p:sp>
        <p:nvSpPr>
          <p:cNvPr id="9" name="灯片编号占位符 8"/>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83" y="2766219"/>
            <a:ext cx="10516635"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a:xfrm>
            <a:off x="838283" y="6356350"/>
            <a:ext cx="2743470" cy="365125"/>
          </a:xfrm>
        </p:spPr>
        <p:txBody>
          <a:bodyPr/>
          <a:lstStyle/>
          <a:p>
            <a:fld id="{7A212D85-D1CC-44B5-8654-89FC43237518}" type="datetime1">
              <a:rPr lang="zh-CN" altLang="en-US" smtClean="0"/>
              <a:t>2026/2/22</a:t>
            </a:fld>
            <a:endParaRPr lang="zh-CN" altLang="en-US"/>
          </a:p>
        </p:txBody>
      </p:sp>
      <p:sp>
        <p:nvSpPr>
          <p:cNvPr id="4" name="页脚占位符 3"/>
          <p:cNvSpPr>
            <a:spLocks noGrp="1"/>
          </p:cNvSpPr>
          <p:nvPr>
            <p:ph type="ftr" sz="quarter" idx="11"/>
          </p:nvPr>
        </p:nvSpPr>
        <p:spPr>
          <a:xfrm>
            <a:off x="4038998" y="6356350"/>
            <a:ext cx="4115205" cy="365125"/>
          </a:xfrm>
        </p:spPr>
        <p:txBody>
          <a:bodyPr/>
          <a:lstStyle/>
          <a:p>
            <a:endParaRPr lang="zh-CN" altLang="en-US"/>
          </a:p>
        </p:txBody>
      </p:sp>
      <p:sp>
        <p:nvSpPr>
          <p:cNvPr id="5" name="灯片编号占位符 4"/>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83" y="6356350"/>
            <a:ext cx="2743470" cy="365125"/>
          </a:xfrm>
        </p:spPr>
        <p:txBody>
          <a:bodyPr/>
          <a:lstStyle/>
          <a:p>
            <a:fld id="{78FE0398-3962-4B67-ACC0-9F6C2F8CCE5F}" type="datetime1">
              <a:rPr lang="zh-CN" altLang="en-US" smtClean="0"/>
              <a:t>2026/2/22</a:t>
            </a:fld>
            <a:endParaRPr lang="zh-CN" altLang="en-US"/>
          </a:p>
        </p:txBody>
      </p:sp>
      <p:sp>
        <p:nvSpPr>
          <p:cNvPr id="3" name="页脚占位符 2"/>
          <p:cNvSpPr>
            <a:spLocks noGrp="1"/>
          </p:cNvSpPr>
          <p:nvPr>
            <p:ph type="ftr" sz="quarter" idx="11"/>
          </p:nvPr>
        </p:nvSpPr>
        <p:spPr>
          <a:xfrm>
            <a:off x="4038998" y="6356350"/>
            <a:ext cx="4115205" cy="365125"/>
          </a:xfrm>
        </p:spPr>
        <p:txBody>
          <a:bodyPr/>
          <a:lstStyle/>
          <a:p>
            <a:endParaRPr lang="zh-CN" altLang="en-US"/>
          </a:p>
        </p:txBody>
      </p:sp>
      <p:sp>
        <p:nvSpPr>
          <p:cNvPr id="4" name="灯片编号占位符 3"/>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811" y="127000"/>
            <a:ext cx="4165610" cy="1600200"/>
          </a:xfrm>
        </p:spPr>
        <p:txBody>
          <a:bodyPr anchor="ctr" anchorCtr="0">
            <a:normAutofit/>
          </a:bodyPr>
          <a:lstStyle>
            <a:lvl1pPr>
              <a:defRPr sz="2400" b="1">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r>
              <a:rPr lang="zh-CN" altLang="en-US" dirty="0"/>
              <a:t>单击此处编辑标题</a:t>
            </a:r>
          </a:p>
        </p:txBody>
      </p:sp>
      <p:sp>
        <p:nvSpPr>
          <p:cNvPr id="3" name="图片占位符 2"/>
          <p:cNvSpPr>
            <a:spLocks noGrp="1" noChangeAspect="1"/>
          </p:cNvSpPr>
          <p:nvPr>
            <p:ph type="pic" idx="1"/>
          </p:nvPr>
        </p:nvSpPr>
        <p:spPr>
          <a:xfrm>
            <a:off x="5184510" y="766354"/>
            <a:ext cx="5817948"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91" y="2057400"/>
            <a:ext cx="416561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a:xfrm>
            <a:off x="838283" y="6356350"/>
            <a:ext cx="2743470" cy="365125"/>
          </a:xfrm>
        </p:spPr>
        <p:txBody>
          <a:bodyPr/>
          <a:lstStyle/>
          <a:p>
            <a:fld id="{CE9F3ABD-C6BB-4278-9F0B-7F696A61C0D2}" type="datetime1">
              <a:rPr lang="zh-CN" altLang="en-US" smtClean="0"/>
              <a:t>2026/2/22</a:t>
            </a:fld>
            <a:endParaRPr lang="zh-CN" altLang="en-US" dirty="0"/>
          </a:p>
        </p:txBody>
      </p:sp>
      <p:sp>
        <p:nvSpPr>
          <p:cNvPr id="6" name="页脚占位符 5"/>
          <p:cNvSpPr>
            <a:spLocks noGrp="1"/>
          </p:cNvSpPr>
          <p:nvPr>
            <p:ph type="ftr" sz="quarter" idx="11"/>
          </p:nvPr>
        </p:nvSpPr>
        <p:spPr>
          <a:xfrm>
            <a:off x="4038998" y="6356350"/>
            <a:ext cx="4115205" cy="365125"/>
          </a:xfrm>
        </p:spPr>
        <p:txBody>
          <a:bodyPr/>
          <a:lstStyle/>
          <a:p>
            <a:endParaRPr lang="zh-CN" altLang="en-US" dirty="0"/>
          </a:p>
        </p:txBody>
      </p:sp>
      <p:sp>
        <p:nvSpPr>
          <p:cNvPr id="7" name="灯片编号占位符 6"/>
          <p:cNvSpPr>
            <a:spLocks noGrp="1"/>
          </p:cNvSpPr>
          <p:nvPr>
            <p:ph type="sldNum" sz="quarter" idx="12"/>
          </p:nvPr>
        </p:nvSpPr>
        <p:spPr>
          <a:xfrm>
            <a:off x="8611448" y="6356350"/>
            <a:ext cx="2743470" cy="365125"/>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5451" y="365125"/>
            <a:ext cx="1529467"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83" y="365125"/>
            <a:ext cx="8880832"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283" y="6356350"/>
            <a:ext cx="2743470" cy="365125"/>
          </a:xfrm>
        </p:spPr>
        <p:txBody>
          <a:bodyPr/>
          <a:lstStyle/>
          <a:p>
            <a:fld id="{85BA360D-EC2E-4287-9B18-287C64C15C63}" type="datetime1">
              <a:rPr lang="zh-CN" altLang="en-US" smtClean="0"/>
              <a:t>2026/2/22</a:t>
            </a:fld>
            <a:endParaRPr lang="zh-CN" altLang="en-US"/>
          </a:p>
        </p:txBody>
      </p:sp>
      <p:sp>
        <p:nvSpPr>
          <p:cNvPr id="5" name="页脚占位符 4"/>
          <p:cNvSpPr>
            <a:spLocks noGrp="1"/>
          </p:cNvSpPr>
          <p:nvPr>
            <p:ph type="ftr" sz="quarter" idx="11"/>
          </p:nvPr>
        </p:nvSpPr>
        <p:spPr>
          <a:xfrm>
            <a:off x="4038998" y="6356350"/>
            <a:ext cx="4115205" cy="365125"/>
          </a:xfrm>
        </p:spPr>
        <p:txBody>
          <a:bodyPr/>
          <a:lstStyle/>
          <a:p>
            <a:endParaRPr lang="zh-CN" altLang="en-US"/>
          </a:p>
        </p:txBody>
      </p:sp>
      <p:sp>
        <p:nvSpPr>
          <p:cNvPr id="6" name="灯片编号占位符 5"/>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83" y="6356350"/>
            <a:ext cx="2743470" cy="365125"/>
          </a:xfrm>
        </p:spPr>
        <p:txBody>
          <a:bodyPr/>
          <a:lstStyle/>
          <a:p>
            <a:fld id="{18B0D034-7050-47EB-A019-9F3107EBFFC1}" type="datetime1">
              <a:rPr lang="zh-CN" altLang="en-US" smtClean="0"/>
              <a:t>2026/2/22</a:t>
            </a:fld>
            <a:endParaRPr lang="zh-CN" altLang="en-US"/>
          </a:p>
        </p:txBody>
      </p:sp>
      <p:sp>
        <p:nvSpPr>
          <p:cNvPr id="4" name="页脚占位符 3"/>
          <p:cNvSpPr>
            <a:spLocks noGrp="1"/>
          </p:cNvSpPr>
          <p:nvPr>
            <p:ph type="ftr" sz="quarter" idx="11"/>
          </p:nvPr>
        </p:nvSpPr>
        <p:spPr>
          <a:xfrm>
            <a:off x="4038998" y="6356350"/>
            <a:ext cx="4115205" cy="365125"/>
          </a:xfrm>
        </p:spPr>
        <p:txBody>
          <a:bodyPr/>
          <a:lstStyle/>
          <a:p>
            <a:endParaRPr lang="zh-CN" altLang="en-US"/>
          </a:p>
        </p:txBody>
      </p:sp>
      <p:sp>
        <p:nvSpPr>
          <p:cNvPr id="5" name="灯片编号占位符 4"/>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83" y="551543"/>
            <a:ext cx="10516635"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C:\Users\Jang\Desktop\国信证券\PPT底部.pngPPT底部"/>
          <p:cNvPicPr>
            <a:picLocks noChangeAspect="1"/>
          </p:cNvPicPr>
          <p:nvPr userDrawn="1"/>
        </p:nvPicPr>
        <p:blipFill>
          <a:blip r:embed="rId12"/>
          <a:srcRect/>
          <a:stretch>
            <a:fillRect/>
          </a:stretch>
        </p:blipFill>
        <p:spPr>
          <a:xfrm>
            <a:off x="-3810" y="6670040"/>
            <a:ext cx="12200890" cy="210820"/>
          </a:xfrm>
          <a:prstGeom prst="rect">
            <a:avLst/>
          </a:prstGeom>
        </p:spPr>
      </p:pic>
      <p:pic>
        <p:nvPicPr>
          <p:cNvPr id="8" name="图片 7" descr="C:\Users\Jang\Desktop\国信证券\首页底图-蓝底-4cm.png首页底图-蓝底-4cm"/>
          <p:cNvPicPr/>
          <p:nvPr userDrawn="1"/>
        </p:nvPicPr>
        <p:blipFill>
          <a:blip r:embed="rId13"/>
          <a:srcRect/>
          <a:stretch>
            <a:fillRect/>
          </a:stretch>
        </p:blipFill>
        <p:spPr>
          <a:xfrm flipV="1">
            <a:off x="671830" y="666000"/>
            <a:ext cx="8748000" cy="36000"/>
          </a:xfrm>
          <a:prstGeom prst="rect">
            <a:avLst/>
          </a:prstGeom>
        </p:spPr>
      </p:pic>
      <p:pic>
        <p:nvPicPr>
          <p:cNvPr id="9" name="图片 8" descr="国信LOGO"/>
          <p:cNvPicPr>
            <a:picLocks noChangeAspect="1"/>
          </p:cNvPicPr>
          <p:nvPr userDrawn="1"/>
        </p:nvPicPr>
        <p:blipFill>
          <a:blip r:embed="rId14"/>
          <a:stretch>
            <a:fillRect/>
          </a:stretch>
        </p:blipFill>
        <p:spPr>
          <a:xfrm>
            <a:off x="9699945" y="288000"/>
            <a:ext cx="1866360" cy="450000"/>
          </a:xfrm>
          <a:prstGeom prst="rect">
            <a:avLst/>
          </a:prstGeom>
        </p:spPr>
      </p:pic>
      <p:sp>
        <p:nvSpPr>
          <p:cNvPr id="11" name="文本框 10"/>
          <p:cNvSpPr txBox="1"/>
          <p:nvPr userDrawn="1"/>
        </p:nvSpPr>
        <p:spPr>
          <a:xfrm>
            <a:off x="631825" y="6642000"/>
            <a:ext cx="5259070" cy="245110"/>
          </a:xfrm>
          <a:prstGeom prst="rect">
            <a:avLst/>
          </a:prstGeom>
          <a:noFill/>
        </p:spPr>
        <p:txBody>
          <a:bodyPr wrap="square" rtlCol="0">
            <a:spAutoFit/>
          </a:bodyPr>
          <a:lstStyle/>
          <a:p>
            <a:r>
              <a:rPr lang="zh-CN" altLang="en-US" sz="1000" dirty="0">
                <a:solidFill>
                  <a:schemeClr val="bg1"/>
                </a:solidFill>
                <a:uFillTx/>
                <a:latin typeface="黑体" panose="02010609060101010101" pitchFamily="49" charset="-122"/>
                <a:ea typeface="黑体" panose="02010609060101010101" pitchFamily="49" charset="-122"/>
              </a:rPr>
              <a:t>请务必阅读正文之后的免责声明及其项下所有内容</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2.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slideLayout" Target="../slideLayouts/slideLayout2.xml"/><Relationship Id="rId2" Type="http://schemas.openxmlformats.org/officeDocument/2006/relationships/tags" Target="../tags/tag20.xml"/><Relationship Id="rId16" Type="http://schemas.openxmlformats.org/officeDocument/2006/relationships/tags" Target="../tags/tag34.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slideLayout" Target="../slideLayouts/slideLayout2.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slideLayout" Target="../slideLayouts/slideLayout2.xml"/><Relationship Id="rId2" Type="http://schemas.openxmlformats.org/officeDocument/2006/relationships/tags" Target="../tags/tag52.xml"/><Relationship Id="rId16" Type="http://schemas.openxmlformats.org/officeDocument/2006/relationships/tags" Target="../tags/tag66.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10" Type="http://schemas.openxmlformats.org/officeDocument/2006/relationships/tags" Target="../tags/tag60.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8775" y="167640"/>
            <a:ext cx="11428730" cy="57023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0" y="599440"/>
            <a:ext cx="9413875" cy="330200"/>
          </a:xfrm>
          <a:prstGeom prst="rect">
            <a:avLst/>
          </a:prstGeom>
          <a:solidFill>
            <a:schemeClr val="bg1"/>
          </a:solidFill>
        </p:spPr>
        <p:txBody>
          <a:bodyPr wrap="square" rtlCol="0">
            <a:spAutoFit/>
          </a:bodyPr>
          <a:lstStyle/>
          <a:p>
            <a:endParaRPr lang="zh-CN" altLang="en-US"/>
          </a:p>
        </p:txBody>
      </p:sp>
      <p:pic>
        <p:nvPicPr>
          <p:cNvPr id="11" name="图片 10" descr="C:\Users\Jang\Desktop\国信证券\首页底图-蓝底-4cm.png首页底图-蓝底-4cm"/>
          <p:cNvPicPr>
            <a:picLocks noChangeAspect="1"/>
          </p:cNvPicPr>
          <p:nvPr/>
        </p:nvPicPr>
        <p:blipFill>
          <a:blip r:embed="rId4"/>
          <a:srcRect/>
          <a:stretch>
            <a:fillRect/>
          </a:stretch>
        </p:blipFill>
        <p:spPr>
          <a:xfrm>
            <a:off x="0" y="779146"/>
            <a:ext cx="12192000" cy="2058340"/>
          </a:xfrm>
          <a:prstGeom prst="rect">
            <a:avLst/>
          </a:prstGeom>
        </p:spPr>
      </p:pic>
      <p:sp>
        <p:nvSpPr>
          <p:cNvPr id="4" name="文本框 3" descr="Indicator_ReportDate" title="Indicator_ReportDate"/>
          <p:cNvSpPr txBox="1"/>
          <p:nvPr/>
        </p:nvSpPr>
        <p:spPr>
          <a:xfrm>
            <a:off x="8008585" y="317500"/>
            <a:ext cx="3535045" cy="337185"/>
          </a:xfrm>
          <a:prstGeom prst="rect">
            <a:avLst/>
          </a:prstGeom>
          <a:noFill/>
        </p:spPr>
        <p:txBody>
          <a:bodyPr wrap="square" rtlCol="0">
            <a:spAutoFit/>
          </a:bodyPr>
          <a:lstStyle/>
          <a:p>
            <a:pPr algn="r"/>
            <a:r>
              <a:rPr lang="en-US" altLang="zh-CN" sz="1600" b="1" dirty="0">
                <a:latin typeface="黑体" panose="02010609060101010101" pitchFamily="49" charset="-122"/>
                <a:cs typeface="Times New Roman" panose="02020603050405020304" charset="0"/>
              </a:rPr>
              <a:t>{{</a:t>
            </a:r>
            <a:r>
              <a:rPr lang="zh-CN" altLang="en-US" sz="1600" b="1" dirty="0">
                <a:solidFill>
                  <a:schemeClr val="tx1"/>
                </a:solidFill>
                <a:uFillTx/>
                <a:latin typeface="黑体" panose="02010609060101010101" pitchFamily="49" charset="-122"/>
                <a:ea typeface="黑体" panose="02010609060101010101" pitchFamily="49" charset="-122"/>
                <a:cs typeface="Times New Roman" panose="02020603050405020304" charset="0"/>
              </a:rPr>
              <a:t>报告日期</a:t>
            </a:r>
            <a:r>
              <a:rPr lang="en-US" altLang="zh-CN" sz="1600" b="1" dirty="0">
                <a:latin typeface="黑体" panose="02010609060101010101" pitchFamily="49" charset="-122"/>
                <a:cs typeface="Times New Roman" panose="02020603050405020304" charset="0"/>
              </a:rPr>
              <a:t>}}</a:t>
            </a:r>
            <a:endParaRPr lang="zh-CN" altLang="en-US" sz="1600" b="1" dirty="0">
              <a:solidFill>
                <a:schemeClr val="tx1"/>
              </a:solidFill>
              <a:uFillTx/>
              <a:latin typeface="黑体" panose="02010609060101010101" pitchFamily="49" charset="-122"/>
              <a:ea typeface="黑体" panose="02010609060101010101" pitchFamily="49" charset="-122"/>
            </a:endParaRPr>
          </a:p>
        </p:txBody>
      </p:sp>
      <p:sp>
        <p:nvSpPr>
          <p:cNvPr id="6" name="文本框 5"/>
          <p:cNvSpPr txBox="1"/>
          <p:nvPr/>
        </p:nvSpPr>
        <p:spPr>
          <a:xfrm>
            <a:off x="554320" y="1936750"/>
            <a:ext cx="11232515" cy="645160"/>
          </a:xfrm>
          <a:prstGeom prst="rect">
            <a:avLst/>
          </a:prstGeom>
          <a:noFill/>
        </p:spPr>
        <p:txBody>
          <a:bodyPr wrap="square" rtlCol="0">
            <a:spAutoFit/>
          </a:bodyPr>
          <a:lstStyle/>
          <a:p>
            <a:pPr algn="ctr"/>
            <a:r>
              <a:rPr sz="3600" b="1" spc="300" dirty="0">
                <a:solidFill>
                  <a:schemeClr val="bg1"/>
                </a:solidFill>
                <a:uFillTx/>
                <a:latin typeface="黑体" panose="02010609060101010101" pitchFamily="49" charset="-122"/>
                <a:ea typeface="黑体" panose="02010609060101010101" pitchFamily="49" charset="-122"/>
                <a:sym typeface="+mn-ea"/>
              </a:rPr>
              <a:t>醋酸持续高景气，龙头巩固行业优势</a:t>
            </a:r>
            <a:endParaRPr lang="zh-CN" altLang="en-US" sz="3600" b="1" spc="300" dirty="0">
              <a:solidFill>
                <a:schemeClr val="bg1"/>
              </a:solidFill>
              <a:uFillTx/>
              <a:latin typeface="黑体" panose="02010609060101010101" pitchFamily="49" charset="-122"/>
              <a:ea typeface="黑体" panose="02010609060101010101" pitchFamily="49" charset="-122"/>
              <a:sym typeface="+mn-ea"/>
            </a:endParaRPr>
          </a:p>
        </p:txBody>
      </p:sp>
      <p:pic>
        <p:nvPicPr>
          <p:cNvPr id="12" name="图片 11" descr="国信LOGO"/>
          <p:cNvPicPr>
            <a:picLocks noChangeAspect="1"/>
          </p:cNvPicPr>
          <p:nvPr userDrawn="1"/>
        </p:nvPicPr>
        <p:blipFill>
          <a:blip r:embed="rId5"/>
          <a:stretch>
            <a:fillRect/>
          </a:stretch>
        </p:blipFill>
        <p:spPr>
          <a:xfrm>
            <a:off x="739460" y="288000"/>
            <a:ext cx="1866360" cy="450000"/>
          </a:xfrm>
          <a:prstGeom prst="rect">
            <a:avLst/>
          </a:prstGeom>
        </p:spPr>
      </p:pic>
      <p:sp>
        <p:nvSpPr>
          <p:cNvPr id="14" name="文本框 13" descr="Indicator_Index" title="Indicator_Index"/>
          <p:cNvSpPr txBox="1"/>
          <p:nvPr/>
        </p:nvSpPr>
        <p:spPr>
          <a:xfrm>
            <a:off x="3991992" y="2972656"/>
            <a:ext cx="4208016" cy="1128579"/>
          </a:xfrm>
          <a:prstGeom prst="rect">
            <a:avLst/>
          </a:prstGeom>
          <a:noFill/>
        </p:spPr>
        <p:txBody>
          <a:bodyPr wrap="square" rtlCol="0">
            <a:spAutoFit/>
          </a:bodyPr>
          <a:lstStyle/>
          <a:p>
            <a:pPr marL="0" marR="0" algn="ctr">
              <a:lnSpc>
                <a:spcPct val="150000"/>
              </a:lnSpc>
            </a:pPr>
            <a:r>
              <a:rPr lang="en-US" altLang="zh-CN" sz="2400" b="1" kern="0" dirty="0">
                <a:solidFill>
                  <a:srgbClr val="004477"/>
                </a:solidFill>
                <a:effectLst/>
                <a:latin typeface="+mn-ea"/>
                <a:cs typeface="Arial" panose="020B0604020202020204" pitchFamily="34" charset="0"/>
              </a:rPr>
              <a:t>ESG </a:t>
            </a:r>
            <a:r>
              <a:rPr lang="zh-CN" altLang="en-US" sz="2400" b="1" kern="0" dirty="0">
                <a:solidFill>
                  <a:srgbClr val="004477"/>
                </a:solidFill>
                <a:effectLst/>
                <a:latin typeface="+mn-ea"/>
                <a:cs typeface="Arial" panose="020B0604020202020204" pitchFamily="34" charset="0"/>
              </a:rPr>
              <a:t>研究辅助工具</a:t>
            </a:r>
            <a:endParaRPr lang="en-US" altLang="zh-CN" sz="2400" b="1" kern="0" dirty="0">
              <a:solidFill>
                <a:srgbClr val="004477"/>
              </a:solidFill>
              <a:effectLst/>
              <a:latin typeface="+mn-ea"/>
              <a:cs typeface="Arial" panose="020B0604020202020204" pitchFamily="34" charset="0"/>
            </a:endParaRPr>
          </a:p>
          <a:p>
            <a:pPr marL="0" marR="0" algn="ctr">
              <a:lnSpc>
                <a:spcPct val="150000"/>
              </a:lnSpc>
            </a:pPr>
            <a:r>
              <a:rPr lang="zh-CN" altLang="en-US" sz="2400" b="1" kern="0" dirty="0">
                <a:solidFill>
                  <a:srgbClr val="004477"/>
                </a:solidFill>
                <a:latin typeface="+mn-ea"/>
                <a:cs typeface="Arial" panose="020B0604020202020204" pitchFamily="34" charset="0"/>
              </a:rPr>
              <a:t>自动生成</a:t>
            </a:r>
            <a:endParaRPr lang="en-US" dirty="0">
              <a:latin typeface="+mn-ea"/>
            </a:endParaRPr>
          </a:p>
        </p:txBody>
      </p:sp>
      <p:graphicFrame>
        <p:nvGraphicFramePr>
          <p:cNvPr id="15" name="表格 7" descr="Indicator_Authors" title="Indicator_Authors"/>
          <p:cNvGraphicFramePr>
            <a:graphicFrameLocks noGrp="1"/>
          </p:cNvGraphicFramePr>
          <p:nvPr>
            <p:custDataLst>
              <p:tags r:id="rId1"/>
            </p:custDataLst>
          </p:nvPr>
        </p:nvGraphicFramePr>
        <p:xfrm>
          <a:off x="1080000" y="4847590"/>
          <a:ext cx="10980000" cy="1097280"/>
        </p:xfrm>
        <a:graphic>
          <a:graphicData uri="http://schemas.openxmlformats.org/drawingml/2006/table">
            <a:tbl>
              <a:tblPr firstRow="1" bandRow="1">
                <a:tableStyleId>{5C22544A-7EE6-4342-B048-85BDC9FD1C3A}</a:tableStyleId>
              </a:tblPr>
              <a:tblGrid>
                <a:gridCol w="2196000">
                  <a:extLst>
                    <a:ext uri="{9D8B030D-6E8A-4147-A177-3AD203B41FA5}">
                      <a16:colId xmlns:a16="http://schemas.microsoft.com/office/drawing/2014/main" val="20000"/>
                    </a:ext>
                  </a:extLst>
                </a:gridCol>
                <a:gridCol w="2196000">
                  <a:extLst>
                    <a:ext uri="{9D8B030D-6E8A-4147-A177-3AD203B41FA5}">
                      <a16:colId xmlns:a16="http://schemas.microsoft.com/office/drawing/2014/main" val="20001"/>
                    </a:ext>
                  </a:extLst>
                </a:gridCol>
                <a:gridCol w="2196000">
                  <a:extLst>
                    <a:ext uri="{9D8B030D-6E8A-4147-A177-3AD203B41FA5}">
                      <a16:colId xmlns:a16="http://schemas.microsoft.com/office/drawing/2014/main" val="20002"/>
                    </a:ext>
                  </a:extLst>
                </a:gridCol>
                <a:gridCol w="2196000">
                  <a:extLst>
                    <a:ext uri="{9D8B030D-6E8A-4147-A177-3AD203B41FA5}">
                      <a16:colId xmlns:a16="http://schemas.microsoft.com/office/drawing/2014/main" val="20003"/>
                    </a:ext>
                  </a:extLst>
                </a:gridCol>
                <a:gridCol w="2196000">
                  <a:extLst>
                    <a:ext uri="{9D8B030D-6E8A-4147-A177-3AD203B41FA5}">
                      <a16:colId xmlns:a16="http://schemas.microsoft.com/office/drawing/2014/main" val="20004"/>
                    </a:ext>
                  </a:extLst>
                </a:gridCol>
              </a:tblGrid>
              <a:tr h="274320">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证析师</a:t>
                      </a:r>
                      <a:r>
                        <a:rPr lang="zh-CN" altLang="en-US" sz="1200" b="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分析师</a:t>
                      </a: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4320">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4320">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4320">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7" name="文本框 6"/>
          <p:cNvSpPr txBox="1"/>
          <p:nvPr/>
        </p:nvSpPr>
        <p:spPr>
          <a:xfrm>
            <a:off x="6356350" y="318135"/>
            <a:ext cx="3650615" cy="337185"/>
          </a:xfrm>
          <a:prstGeom prst="rect">
            <a:avLst/>
          </a:prstGeom>
          <a:noFill/>
        </p:spPr>
        <p:txBody>
          <a:bodyPr wrap="square" rtlCol="0">
            <a:spAutoFit/>
          </a:bodyPr>
          <a:lstStyle/>
          <a:p>
            <a:pPr algn="r"/>
            <a:r>
              <a:rPr lang="zh-CN" altLang="en-US" sz="1600" b="1" dirty="0">
                <a:uFillTx/>
                <a:latin typeface="黑体" panose="02010609060101010101" pitchFamily="49" charset="-122"/>
                <a:ea typeface="黑体" panose="02010609060101010101" pitchFamily="49" charset="-122"/>
                <a:sym typeface="+mn-ea"/>
              </a:rPr>
              <a:t>证券研究报告 | </a:t>
            </a:r>
          </a:p>
        </p:txBody>
      </p:sp>
      <p:sp>
        <p:nvSpPr>
          <p:cNvPr id="9" name="文本框 8">
            <a:extLst>
              <a:ext uri="{FF2B5EF4-FFF2-40B4-BE49-F238E27FC236}">
                <a16:creationId xmlns:a16="http://schemas.microsoft.com/office/drawing/2014/main" id="{FD82909F-6D64-B5E9-3D59-607386F3BD21}"/>
              </a:ext>
            </a:extLst>
          </p:cNvPr>
          <p:cNvSpPr txBox="1"/>
          <p:nvPr/>
        </p:nvSpPr>
        <p:spPr>
          <a:xfrm>
            <a:off x="2263484" y="1166412"/>
            <a:ext cx="7588832" cy="769441"/>
          </a:xfrm>
          <a:prstGeom prst="rect">
            <a:avLst/>
          </a:prstGeom>
          <a:noFill/>
        </p:spPr>
        <p:txBody>
          <a:bodyPr wrap="square" rtlCol="0">
            <a:spAutoFit/>
          </a:bodyPr>
          <a:lstStyle/>
          <a:p>
            <a:pPr algn="ctr"/>
            <a:r>
              <a:rPr lang="en-US" altLang="zh-CN" sz="4400" b="1" spc="300" dirty="0">
                <a:solidFill>
                  <a:schemeClr val="bg1"/>
                </a:solidFill>
                <a:uFillTx/>
                <a:latin typeface="Times New Roman" panose="02020603050405020304" charset="0"/>
                <a:ea typeface="黑体" panose="02010609060101010101" pitchFamily="49" charset="-122"/>
                <a:sym typeface="+mn-ea"/>
              </a:rPr>
              <a:t>ESG</a:t>
            </a:r>
            <a:r>
              <a:rPr lang="zh-CN" altLang="en-US" sz="4400" b="1" spc="300" dirty="0">
                <a:solidFill>
                  <a:schemeClr val="bg1"/>
                </a:solidFill>
                <a:latin typeface="Times New Roman" panose="02020603050405020304" charset="0"/>
                <a:ea typeface="黑体" panose="02010609060101010101" pitchFamily="49" charset="-122"/>
                <a:sym typeface="+mn-ea"/>
              </a:rPr>
              <a:t>研</a:t>
            </a:r>
            <a:r>
              <a:rPr lang="zh-CN" altLang="en-US" sz="4400" b="1" spc="300" dirty="0">
                <a:solidFill>
                  <a:schemeClr val="bg1"/>
                </a:solidFill>
                <a:uFillTx/>
                <a:latin typeface="Times New Roman" panose="02020603050405020304" charset="0"/>
                <a:ea typeface="黑体" panose="02010609060101010101" pitchFamily="49" charset="-122"/>
                <a:sym typeface="+mn-ea"/>
              </a:rPr>
              <a:t>报</a:t>
            </a:r>
            <a:r>
              <a:rPr lang="zh-CN" altLang="en-US" sz="4000" b="1" spc="300" dirty="0">
                <a:solidFill>
                  <a:schemeClr val="bg1"/>
                </a:solidFill>
                <a:latin typeface="Times New Roman" panose="02020603050405020304" charset="0"/>
                <a:sym typeface="+mn-ea"/>
              </a:rPr>
              <a:t>（</a:t>
            </a:r>
            <a:r>
              <a:rPr lang="en-US" altLang="zh-CN" sz="4000" b="1" spc="300" dirty="0">
                <a:solidFill>
                  <a:schemeClr val="bg1"/>
                </a:solidFill>
                <a:latin typeface="Times New Roman" panose="02020603050405020304" charset="0"/>
                <a:sym typeface="+mn-ea"/>
              </a:rPr>
              <a:t>{{</a:t>
            </a:r>
            <a:r>
              <a:rPr lang="zh-CN" altLang="en-US" sz="4000" b="1" spc="300" dirty="0">
                <a:solidFill>
                  <a:schemeClr val="bg1"/>
                </a:solidFill>
                <a:latin typeface="Times New Roman" panose="02020603050405020304" charset="0"/>
                <a:sym typeface="+mn-ea"/>
              </a:rPr>
              <a:t>日期范围</a:t>
            </a:r>
            <a:r>
              <a:rPr lang="en-US" altLang="zh-CN" sz="4000" b="1" spc="300" dirty="0">
                <a:solidFill>
                  <a:schemeClr val="bg1"/>
                </a:solidFill>
                <a:latin typeface="Times New Roman" panose="02020603050405020304" charset="0"/>
                <a:sym typeface="+mn-ea"/>
              </a:rPr>
              <a:t>}}</a:t>
            </a:r>
            <a:r>
              <a:rPr lang="zh-CN" altLang="en-US" sz="4000" b="1" spc="300" dirty="0">
                <a:solidFill>
                  <a:schemeClr val="bg1"/>
                </a:solidFill>
                <a:latin typeface="Times New Roman" panose="02020603050405020304" charset="0"/>
                <a:sym typeface="+mn-ea"/>
              </a:rPr>
              <a:t>）</a:t>
            </a:r>
            <a:endParaRPr lang="zh-CN" altLang="en-US" sz="3600" b="1" spc="300" dirty="0">
              <a:solidFill>
                <a:schemeClr val="bg1"/>
              </a:solidFill>
              <a:latin typeface="Times New Roman" panose="020206030504050203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p:cNvSpPr>
            <a:spLocks noGrp="1"/>
          </p:cNvSpPr>
          <p:nvPr>
            <p:ph type="title"/>
          </p:nvPr>
        </p:nvSpPr>
        <p:spPr>
          <a:xfrm>
            <a:off x="647700" y="178435"/>
            <a:ext cx="6647815" cy="601980"/>
          </a:xfrm>
        </p:spPr>
        <p:txBody>
          <a:bodyPr>
            <a:normAutofit/>
          </a:bodyPr>
          <a:lstStyle/>
          <a:p>
            <a:r>
              <a:rPr lang="zh-CN" altLang="en-US" dirty="0"/>
              <a:t>核心观点</a:t>
            </a:r>
          </a:p>
        </p:txBody>
      </p:sp>
      <p:sp>
        <p:nvSpPr>
          <p:cNvPr id="25" name="矩形 1"/>
          <p:cNvSpPr>
            <a:spLocks noChangeArrowheads="1"/>
          </p:cNvSpPr>
          <p:nvPr/>
        </p:nvSpPr>
        <p:spPr bwMode="auto">
          <a:xfrm>
            <a:off x="647700" y="780415"/>
            <a:ext cx="10891520" cy="582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lvl="1" indent="0" eaLnBrk="1" hangingPunct="1">
              <a:spcBef>
                <a:spcPts val="820"/>
              </a:spcBef>
              <a:buClrTx/>
              <a:buSzTx/>
              <a:buFont typeface="Wingdings" panose="05000000000000000000" pitchFamily="2" charset="2"/>
              <a:buNone/>
            </a:pPr>
            <a:r>
              <a:rPr lang="en-US" altLang="zh-CN" sz="1600" dirty="0">
                <a:latin typeface="+mn-ea"/>
                <a:ea typeface="+mn-ea"/>
              </a:rPr>
              <a:t>{{</a:t>
            </a:r>
            <a:r>
              <a:rPr lang="zh-CN" altLang="en-US" sz="1600" dirty="0">
                <a:latin typeface="+mn-ea"/>
                <a:ea typeface="+mn-ea"/>
              </a:rPr>
              <a:t>热点聚焦</a:t>
            </a:r>
            <a:r>
              <a:rPr lang="en-US" altLang="zh-CN" sz="1600" dirty="0">
                <a:latin typeface="+mn-ea"/>
                <a:ea typeface="+mn-ea"/>
              </a:rPr>
              <a:t>}}</a:t>
            </a:r>
          </a:p>
        </p:txBody>
      </p:sp>
      <p:sp>
        <p:nvSpPr>
          <p:cNvPr id="2" name="矩形 1">
            <a:extLst>
              <a:ext uri="{FF2B5EF4-FFF2-40B4-BE49-F238E27FC236}">
                <a16:creationId xmlns:a16="http://schemas.microsoft.com/office/drawing/2014/main" id="{06CC9F2B-EE70-9FA9-902E-9CE8A681CCC9}"/>
              </a:ext>
            </a:extLst>
          </p:cNvPr>
          <p:cNvSpPr>
            <a:spLocks noChangeArrowheads="1"/>
          </p:cNvSpPr>
          <p:nvPr/>
        </p:nvSpPr>
        <p:spPr bwMode="auto">
          <a:xfrm>
            <a:off x="647700" y="5436637"/>
            <a:ext cx="10891520" cy="116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lvl="1" indent="0" algn="just" eaLnBrk="1" hangingPunct="1">
              <a:spcBef>
                <a:spcPts val="820"/>
              </a:spcBef>
              <a:buClrTx/>
              <a:buSzTx/>
              <a:buFont typeface="Wingdings" panose="05000000000000000000" pitchFamily="2" charset="2"/>
              <a:buNone/>
            </a:pPr>
            <a:endParaRPr lang="zh-CN" altLang="en-US" sz="1600" dirty="0">
              <a:latin typeface="+mn-ea"/>
              <a:ea typeface="+mn-ea"/>
            </a:endParaRPr>
          </a:p>
          <a:p>
            <a:pPr lvl="0" algn="just">
              <a:buFont typeface="Wingdings" panose="05000000000000000000" pitchFamily="2" charset="2"/>
              <a:buChar char="Ø"/>
            </a:pPr>
            <a:r>
              <a:rPr lang="zh-CN" altLang="en-US" sz="1600" b="1" dirty="0">
                <a:solidFill>
                  <a:srgbClr val="080808"/>
                </a:solidFill>
                <a:latin typeface="黑体" panose="02010609060101010101" pitchFamily="49" charset="-122"/>
                <a:ea typeface="黑体" panose="02010609060101010101" pitchFamily="49" charset="-122"/>
                <a:sym typeface="+mn-ea"/>
              </a:rPr>
              <a:t>风险提示：</a:t>
            </a:r>
            <a:r>
              <a:rPr lang="zh-CN" altLang="en-US" sz="1600" dirty="0">
                <a:latin typeface="+mn-ea"/>
                <a:ea typeface="+mn-ea"/>
                <a:sym typeface="+mn-ea"/>
              </a:rPr>
              <a:t>本报告基于历史数据和</a:t>
            </a:r>
            <a:r>
              <a:rPr lang="en-US" altLang="zh-CN" sz="1600" dirty="0">
                <a:latin typeface="+mn-ea"/>
                <a:ea typeface="+mn-ea"/>
                <a:sym typeface="+mn-ea"/>
              </a:rPr>
              <a:t>AI</a:t>
            </a:r>
            <a:r>
              <a:rPr lang="zh-CN" altLang="en-US" sz="1600" dirty="0">
                <a:latin typeface="+mn-ea"/>
                <a:ea typeface="+mn-ea"/>
                <a:sym typeface="+mn-ea"/>
              </a:rPr>
              <a:t>生成结果，存在模型过拟合风险；宏观和市场数据口径调整可能影响</a:t>
            </a:r>
            <a:r>
              <a:rPr lang="en-US" altLang="zh-CN" sz="1600" dirty="0">
                <a:latin typeface="+mn-ea"/>
                <a:ea typeface="+mn-ea"/>
                <a:sym typeface="+mn-ea"/>
              </a:rPr>
              <a:t>AI</a:t>
            </a:r>
            <a:r>
              <a:rPr lang="zh-CN" altLang="en-US" sz="1600" dirty="0">
                <a:latin typeface="+mn-ea"/>
                <a:ea typeface="+mn-ea"/>
                <a:sym typeface="+mn-ea"/>
              </a:rPr>
              <a:t>结论；</a:t>
            </a:r>
            <a:r>
              <a:rPr lang="en-US" altLang="zh-CN" sz="1600" dirty="0">
                <a:latin typeface="+mn-ea"/>
                <a:ea typeface="+mn-ea"/>
                <a:sym typeface="+mn-ea"/>
              </a:rPr>
              <a:t>LLM</a:t>
            </a:r>
            <a:r>
              <a:rPr lang="zh-CN" altLang="en-US" sz="1600" dirty="0">
                <a:latin typeface="+mn-ea"/>
                <a:ea typeface="+mn-ea"/>
                <a:sym typeface="+mn-ea"/>
              </a:rPr>
              <a:t>生成的观点存在随机性，需警惕</a:t>
            </a:r>
            <a:r>
              <a:rPr lang="en-US" altLang="zh-CN" sz="1600" dirty="0">
                <a:latin typeface="+mn-ea"/>
                <a:ea typeface="+mn-ea"/>
                <a:sym typeface="+mn-ea"/>
              </a:rPr>
              <a:t>AI</a:t>
            </a:r>
            <a:r>
              <a:rPr lang="zh-CN" altLang="en-US" sz="1600" dirty="0">
                <a:latin typeface="+mn-ea"/>
                <a:ea typeface="+mn-ea"/>
                <a:sym typeface="+mn-ea"/>
              </a:rPr>
              <a:t>推理的不稳健性。</a:t>
            </a:r>
            <a:r>
              <a:rPr lang="en-US" altLang="zh-CN" sz="1600" dirty="0">
                <a:latin typeface="+mn-ea"/>
                <a:ea typeface="+mn-ea"/>
                <a:sym typeface="+mn-ea"/>
              </a:rPr>
              <a:t>AI</a:t>
            </a:r>
            <a:r>
              <a:rPr lang="zh-CN" altLang="en-US" sz="1600" dirty="0">
                <a:latin typeface="+mn-ea"/>
                <a:ea typeface="+mn-ea"/>
                <a:sym typeface="+mn-ea"/>
              </a:rPr>
              <a:t>推理的不稳健性，</a:t>
            </a:r>
            <a:r>
              <a:rPr lang="en-US" altLang="zh-CN" sz="1600" dirty="0">
                <a:latin typeface="+mn-ea"/>
                <a:ea typeface="+mn-ea"/>
                <a:sym typeface="+mn-ea"/>
              </a:rPr>
              <a:t>AI</a:t>
            </a:r>
            <a:r>
              <a:rPr lang="zh-CN" altLang="en-US" sz="1600" dirty="0">
                <a:latin typeface="+mn-ea"/>
                <a:ea typeface="+mn-ea"/>
                <a:sym typeface="+mn-ea"/>
              </a:rPr>
              <a:t>模型的输出结论具备一定随机性，多次生成可能产生不同的结果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76"/>
          <p:cNvSpPr txBox="1"/>
          <p:nvPr>
            <p:custDataLst>
              <p:tags r:id="rId1"/>
            </p:custDataLst>
          </p:nvPr>
        </p:nvSpPr>
        <p:spPr bwMode="auto">
          <a:xfrm>
            <a:off x="2827218" y="1391757"/>
            <a:ext cx="3996267" cy="817034"/>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r>
              <a:rPr lang="zh-CN" altLang="en-US" sz="2800" spc="267" dirty="0">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p:cNvSpPr/>
          <p:nvPr>
            <p:custDataLst>
              <p:tags r:id="rId2"/>
            </p:custDataLst>
          </p:nvPr>
        </p:nvSpPr>
        <p:spPr bwMode="auto">
          <a:xfrm>
            <a:off x="1420058" y="1590724"/>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p:cNvSpPr/>
          <p:nvPr>
            <p:custDataLst>
              <p:tags r:id="rId3"/>
            </p:custDataLst>
          </p:nvPr>
        </p:nvSpPr>
        <p:spPr bwMode="auto">
          <a:xfrm>
            <a:off x="2542738" y="1590724"/>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p:cNvSpPr/>
          <p:nvPr>
            <p:custDataLst>
              <p:tags r:id="rId4"/>
            </p:custDataLst>
          </p:nvPr>
        </p:nvSpPr>
        <p:spPr>
          <a:xfrm>
            <a:off x="1739251" y="1628824"/>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sp>
        <p:nvSpPr>
          <p:cNvPr id="81" name="文本框 80"/>
          <p:cNvSpPr txBox="1"/>
          <p:nvPr>
            <p:custDataLst>
              <p:tags r:id="rId5"/>
            </p:custDataLst>
          </p:nvPr>
        </p:nvSpPr>
        <p:spPr bwMode="auto">
          <a:xfrm>
            <a:off x="2827218" y="2454325"/>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p:cNvSpPr/>
          <p:nvPr>
            <p:custDataLst>
              <p:tags r:id="rId6"/>
            </p:custDataLst>
          </p:nvPr>
        </p:nvSpPr>
        <p:spPr bwMode="auto">
          <a:xfrm>
            <a:off x="1420058" y="2636358"/>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p:cNvSpPr/>
          <p:nvPr>
            <p:custDataLst>
              <p:tags r:id="rId7"/>
            </p:custDataLst>
          </p:nvPr>
        </p:nvSpPr>
        <p:spPr bwMode="auto">
          <a:xfrm>
            <a:off x="2542738" y="2636358"/>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p:cNvSpPr/>
          <p:nvPr>
            <p:custDataLst>
              <p:tags r:id="rId8"/>
            </p:custDataLst>
          </p:nvPr>
        </p:nvSpPr>
        <p:spPr>
          <a:xfrm>
            <a:off x="1739251" y="2674459"/>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sp>
        <p:nvSpPr>
          <p:cNvPr id="85" name="文本框 84"/>
          <p:cNvSpPr txBox="1"/>
          <p:nvPr>
            <p:custDataLst>
              <p:tags r:id="rId9"/>
            </p:custDataLst>
          </p:nvPr>
        </p:nvSpPr>
        <p:spPr bwMode="auto">
          <a:xfrm>
            <a:off x="2827218" y="3491491"/>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p:cNvSpPr/>
          <p:nvPr>
            <p:custDataLst>
              <p:tags r:id="rId10"/>
            </p:custDataLst>
          </p:nvPr>
        </p:nvSpPr>
        <p:spPr bwMode="auto">
          <a:xfrm>
            <a:off x="1420058" y="3681991"/>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p:cNvSpPr/>
          <p:nvPr>
            <p:custDataLst>
              <p:tags r:id="rId11"/>
            </p:custDataLst>
          </p:nvPr>
        </p:nvSpPr>
        <p:spPr bwMode="auto">
          <a:xfrm>
            <a:off x="2542738" y="3681991"/>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p:cNvSpPr/>
          <p:nvPr>
            <p:custDataLst>
              <p:tags r:id="rId12"/>
            </p:custDataLst>
          </p:nvPr>
        </p:nvSpPr>
        <p:spPr>
          <a:xfrm>
            <a:off x="1739251" y="3720091"/>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sp>
        <p:nvSpPr>
          <p:cNvPr id="89" name="文本框 88"/>
          <p:cNvSpPr txBox="1"/>
          <p:nvPr>
            <p:custDataLst>
              <p:tags r:id="rId13"/>
            </p:custDataLst>
          </p:nvPr>
        </p:nvSpPr>
        <p:spPr bwMode="auto">
          <a:xfrm>
            <a:off x="2827218" y="4529503"/>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p:cNvSpPr/>
          <p:nvPr>
            <p:custDataLst>
              <p:tags r:id="rId14"/>
            </p:custDataLst>
          </p:nvPr>
        </p:nvSpPr>
        <p:spPr bwMode="auto">
          <a:xfrm>
            <a:off x="1420058" y="4728470"/>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p:cNvSpPr/>
          <p:nvPr>
            <p:custDataLst>
              <p:tags r:id="rId15"/>
            </p:custDataLst>
          </p:nvPr>
        </p:nvSpPr>
        <p:spPr bwMode="auto">
          <a:xfrm>
            <a:off x="2542738" y="4728470"/>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p:cNvSpPr/>
          <p:nvPr>
            <p:custDataLst>
              <p:tags r:id="rId16"/>
            </p:custDataLst>
          </p:nvPr>
        </p:nvSpPr>
        <p:spPr>
          <a:xfrm>
            <a:off x="1739251" y="4766570"/>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sp>
        <p:nvSpPr>
          <p:cNvPr id="24" name="标题 1"/>
          <p:cNvSpPr>
            <a:spLocks noGrp="1"/>
          </p:cNvSpPr>
          <p:nvPr>
            <p:ph type="title"/>
          </p:nvPr>
        </p:nvSpPr>
        <p:spPr>
          <a:xfrm>
            <a:off x="647700" y="178435"/>
            <a:ext cx="4773930" cy="601980"/>
          </a:xfrm>
        </p:spPr>
        <p:txBody>
          <a:bodyPr/>
          <a:lstStyle/>
          <a:p>
            <a:r>
              <a:rPr lang="zh-CN" altLang="en-US" dirty="0"/>
              <a:t>目录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699" y="178435"/>
            <a:ext cx="9267631" cy="601980"/>
          </a:xfrm>
        </p:spPr>
        <p:txBody>
          <a:bodyPr/>
          <a:lstStyle/>
          <a:p>
            <a:r>
              <a:rPr lang="en-US" altLang="zh-CN" dirty="0"/>
              <a:t>{{</a:t>
            </a:r>
            <a:r>
              <a:rPr lang="zh-CN" altLang="en-US" dirty="0"/>
              <a:t>环境新闻标题</a:t>
            </a:r>
            <a:r>
              <a:rPr lang="en-US" altLang="zh-CN" dirty="0"/>
              <a:t>1}}</a:t>
            </a:r>
            <a:endParaRPr lang="zh-CN" altLang="en-US" dirty="0"/>
          </a:p>
        </p:txBody>
      </p:sp>
      <p:sp>
        <p:nvSpPr>
          <p:cNvPr id="3" name="内容占位符 2"/>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1}}</a:t>
            </a:r>
            <a:endParaRPr lang="zh-CN" altLang="en-US" sz="1600" dirty="0">
              <a:solidFill>
                <a:schemeClr val="tx1"/>
              </a:solidFill>
              <a:latin typeface="+mn-ea"/>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36B9-C0FC-7975-B98B-E3B54CCE172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18A994-82B1-FA7A-B6CD-6F0518329948}"/>
              </a:ext>
            </a:extLst>
          </p:cNvPr>
          <p:cNvSpPr>
            <a:spLocks noGrp="1"/>
          </p:cNvSpPr>
          <p:nvPr>
            <p:ph type="title"/>
          </p:nvPr>
        </p:nvSpPr>
        <p:spPr>
          <a:xfrm>
            <a:off x="647700" y="178435"/>
            <a:ext cx="9192986" cy="601980"/>
          </a:xfrm>
        </p:spPr>
        <p:txBody>
          <a:bodyPr/>
          <a:lstStyle/>
          <a:p>
            <a:r>
              <a:rPr lang="en-US" altLang="zh-CN" dirty="0"/>
              <a:t>{{</a:t>
            </a:r>
            <a:r>
              <a:rPr lang="zh-CN" altLang="en-US" dirty="0"/>
              <a:t>环境新闻标题</a:t>
            </a:r>
            <a:r>
              <a:rPr lang="en-US" altLang="zh-CN" dirty="0"/>
              <a:t>2}}</a:t>
            </a:r>
            <a:endParaRPr lang="zh-CN" altLang="en-US" dirty="0"/>
          </a:p>
        </p:txBody>
      </p:sp>
      <p:sp>
        <p:nvSpPr>
          <p:cNvPr id="3" name="内容占位符 2">
            <a:extLst>
              <a:ext uri="{FF2B5EF4-FFF2-40B4-BE49-F238E27FC236}">
                <a16:creationId xmlns:a16="http://schemas.microsoft.com/office/drawing/2014/main" id="{EEDA1346-7CFA-53A2-7687-B3FB0B37BBF3}"/>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2}}</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079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E6A2B7-1492-7F5F-D0F4-ED46D746E2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7A9814-69ED-AECB-F4F5-E9F7E96F6631}"/>
              </a:ext>
            </a:extLst>
          </p:cNvPr>
          <p:cNvSpPr>
            <a:spLocks noGrp="1"/>
          </p:cNvSpPr>
          <p:nvPr>
            <p:ph type="title"/>
          </p:nvPr>
        </p:nvSpPr>
        <p:spPr>
          <a:xfrm>
            <a:off x="647699" y="178435"/>
            <a:ext cx="9236529" cy="601980"/>
          </a:xfrm>
        </p:spPr>
        <p:txBody>
          <a:bodyPr/>
          <a:lstStyle/>
          <a:p>
            <a:r>
              <a:rPr lang="en-US" altLang="zh-CN" dirty="0"/>
              <a:t>{{</a:t>
            </a:r>
            <a:r>
              <a:rPr lang="zh-CN" altLang="en-US" dirty="0"/>
              <a:t>环境新闻标题</a:t>
            </a:r>
            <a:r>
              <a:rPr lang="en-US" altLang="zh-CN" dirty="0"/>
              <a:t>3}}</a:t>
            </a:r>
            <a:endParaRPr lang="zh-CN" altLang="en-US" dirty="0"/>
          </a:p>
        </p:txBody>
      </p:sp>
      <p:sp>
        <p:nvSpPr>
          <p:cNvPr id="3" name="内容占位符 2">
            <a:extLst>
              <a:ext uri="{FF2B5EF4-FFF2-40B4-BE49-F238E27FC236}">
                <a16:creationId xmlns:a16="http://schemas.microsoft.com/office/drawing/2014/main" id="{D5E06E9B-8E94-1FBC-330D-A1E79E4EF4AA}"/>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3}}</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91691615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2978-9F31-39D6-8F4F-D3B8CD8FC3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F4DB25-596C-40BF-D20D-2B60506CFF59}"/>
              </a:ext>
            </a:extLst>
          </p:cNvPr>
          <p:cNvSpPr>
            <a:spLocks noGrp="1"/>
          </p:cNvSpPr>
          <p:nvPr>
            <p:ph type="title"/>
          </p:nvPr>
        </p:nvSpPr>
        <p:spPr>
          <a:xfrm>
            <a:off x="647699" y="178435"/>
            <a:ext cx="9217867" cy="601980"/>
          </a:xfrm>
        </p:spPr>
        <p:txBody>
          <a:bodyPr/>
          <a:lstStyle/>
          <a:p>
            <a:r>
              <a:rPr lang="en-US" altLang="zh-CN" dirty="0"/>
              <a:t>{{</a:t>
            </a:r>
            <a:r>
              <a:rPr lang="zh-CN" altLang="en-US" dirty="0"/>
              <a:t>环境新闻标题</a:t>
            </a:r>
            <a:r>
              <a:rPr lang="en-US" altLang="zh-CN" dirty="0"/>
              <a:t>4}}</a:t>
            </a:r>
            <a:endParaRPr lang="zh-CN" altLang="en-US" dirty="0"/>
          </a:p>
        </p:txBody>
      </p:sp>
      <p:sp>
        <p:nvSpPr>
          <p:cNvPr id="3" name="内容占位符 2">
            <a:extLst>
              <a:ext uri="{FF2B5EF4-FFF2-40B4-BE49-F238E27FC236}">
                <a16:creationId xmlns:a16="http://schemas.microsoft.com/office/drawing/2014/main" id="{DAEA0540-EE40-543A-72AD-A7D78AF9AF3C}"/>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4}}</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427949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41EEF-B6DE-FEE1-3206-B247A02466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02C142-7D3E-BBA7-BE60-B0A2E1E1A517}"/>
              </a:ext>
            </a:extLst>
          </p:cNvPr>
          <p:cNvSpPr>
            <a:spLocks noGrp="1"/>
          </p:cNvSpPr>
          <p:nvPr>
            <p:ph type="title"/>
          </p:nvPr>
        </p:nvSpPr>
        <p:spPr>
          <a:xfrm>
            <a:off x="647699" y="178435"/>
            <a:ext cx="9186765" cy="601980"/>
          </a:xfrm>
        </p:spPr>
        <p:txBody>
          <a:bodyPr/>
          <a:lstStyle/>
          <a:p>
            <a:r>
              <a:rPr lang="en-US" altLang="zh-CN" dirty="0"/>
              <a:t>{{</a:t>
            </a:r>
            <a:r>
              <a:rPr lang="zh-CN" altLang="en-US" dirty="0"/>
              <a:t>环境新闻标题</a:t>
            </a:r>
            <a:r>
              <a:rPr lang="en-US" altLang="zh-CN" dirty="0"/>
              <a:t>5}}</a:t>
            </a:r>
            <a:endParaRPr lang="zh-CN" altLang="en-US" dirty="0"/>
          </a:p>
        </p:txBody>
      </p:sp>
      <p:sp>
        <p:nvSpPr>
          <p:cNvPr id="3" name="内容占位符 2">
            <a:extLst>
              <a:ext uri="{FF2B5EF4-FFF2-40B4-BE49-F238E27FC236}">
                <a16:creationId xmlns:a16="http://schemas.microsoft.com/office/drawing/2014/main" id="{EEEC3568-1C62-2FD2-F223-1AAAE7549240}"/>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5}}</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30131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879C-2203-9996-0C18-CE8C084517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15C9C1-2AAD-9640-BC4D-F4FC64CF179F}"/>
              </a:ext>
            </a:extLst>
          </p:cNvPr>
          <p:cNvSpPr>
            <a:spLocks noGrp="1"/>
          </p:cNvSpPr>
          <p:nvPr>
            <p:ph type="title"/>
          </p:nvPr>
        </p:nvSpPr>
        <p:spPr>
          <a:xfrm>
            <a:off x="647700" y="178435"/>
            <a:ext cx="9137002" cy="601980"/>
          </a:xfrm>
        </p:spPr>
        <p:txBody>
          <a:bodyPr/>
          <a:lstStyle/>
          <a:p>
            <a:r>
              <a:rPr lang="en-US" altLang="zh-CN" dirty="0"/>
              <a:t>{{</a:t>
            </a:r>
            <a:r>
              <a:rPr lang="zh-CN" altLang="en-US" dirty="0"/>
              <a:t>环境新闻标题</a:t>
            </a:r>
            <a:r>
              <a:rPr lang="en-US" altLang="zh-CN" dirty="0"/>
              <a:t>6}}</a:t>
            </a:r>
            <a:endParaRPr lang="zh-CN" altLang="en-US" dirty="0"/>
          </a:p>
        </p:txBody>
      </p:sp>
      <p:sp>
        <p:nvSpPr>
          <p:cNvPr id="3" name="内容占位符 2">
            <a:extLst>
              <a:ext uri="{FF2B5EF4-FFF2-40B4-BE49-F238E27FC236}">
                <a16:creationId xmlns:a16="http://schemas.microsoft.com/office/drawing/2014/main" id="{B4C8B96B-069B-0249-E08B-CE8B9A08DDE5}"/>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6}}</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88904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D739-B3FC-2AD2-68F4-82A7EB6EA5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A6AE36-EB39-00C6-5671-9B39BF6DC7A0}"/>
              </a:ext>
            </a:extLst>
          </p:cNvPr>
          <p:cNvSpPr>
            <a:spLocks noGrp="1"/>
          </p:cNvSpPr>
          <p:nvPr>
            <p:ph type="title"/>
          </p:nvPr>
        </p:nvSpPr>
        <p:spPr>
          <a:xfrm>
            <a:off x="647699" y="178435"/>
            <a:ext cx="9112121" cy="601980"/>
          </a:xfrm>
        </p:spPr>
        <p:txBody>
          <a:bodyPr/>
          <a:lstStyle/>
          <a:p>
            <a:r>
              <a:rPr lang="en-US" altLang="zh-CN" dirty="0"/>
              <a:t>{{</a:t>
            </a:r>
            <a:r>
              <a:rPr lang="zh-CN" altLang="en-US" dirty="0"/>
              <a:t>环境新闻标题</a:t>
            </a:r>
            <a:r>
              <a:rPr lang="en-US" altLang="zh-CN" dirty="0"/>
              <a:t>7}}</a:t>
            </a:r>
            <a:endParaRPr lang="zh-CN" altLang="en-US" dirty="0"/>
          </a:p>
        </p:txBody>
      </p:sp>
      <p:sp>
        <p:nvSpPr>
          <p:cNvPr id="3" name="内容占位符 2">
            <a:extLst>
              <a:ext uri="{FF2B5EF4-FFF2-40B4-BE49-F238E27FC236}">
                <a16:creationId xmlns:a16="http://schemas.microsoft.com/office/drawing/2014/main" id="{C9B1BA0B-7FCB-929B-7539-9379948BCC7C}"/>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7}}</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206314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84B8B-C990-5EA5-2BDE-6CF5B6D33BC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CA09CC-859A-25B7-D786-2D1A33D84EE7}"/>
              </a:ext>
            </a:extLst>
          </p:cNvPr>
          <p:cNvSpPr>
            <a:spLocks noGrp="1"/>
          </p:cNvSpPr>
          <p:nvPr>
            <p:ph type="title"/>
          </p:nvPr>
        </p:nvSpPr>
        <p:spPr>
          <a:xfrm>
            <a:off x="647700" y="178435"/>
            <a:ext cx="9105900" cy="601980"/>
          </a:xfrm>
        </p:spPr>
        <p:txBody>
          <a:bodyPr/>
          <a:lstStyle/>
          <a:p>
            <a:r>
              <a:rPr lang="en-US" altLang="zh-CN" dirty="0"/>
              <a:t>{{</a:t>
            </a:r>
            <a:r>
              <a:rPr lang="zh-CN" altLang="en-US" dirty="0"/>
              <a:t>环境新闻标题</a:t>
            </a:r>
            <a:r>
              <a:rPr lang="en-US" altLang="zh-CN" dirty="0"/>
              <a:t>8}}</a:t>
            </a:r>
            <a:endParaRPr lang="zh-CN" altLang="en-US" dirty="0"/>
          </a:p>
        </p:txBody>
      </p:sp>
      <p:sp>
        <p:nvSpPr>
          <p:cNvPr id="3" name="内容占位符 2">
            <a:extLst>
              <a:ext uri="{FF2B5EF4-FFF2-40B4-BE49-F238E27FC236}">
                <a16:creationId xmlns:a16="http://schemas.microsoft.com/office/drawing/2014/main" id="{B7967CDC-ED0C-5423-BFE0-906FC28B79E2}"/>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环境新闻内容</a:t>
            </a:r>
            <a:r>
              <a:rPr lang="en-US" altLang="zh-CN" sz="1600" dirty="0">
                <a:solidFill>
                  <a:schemeClr val="tx1"/>
                </a:solidFill>
                <a:latin typeface="+mn-ea"/>
                <a:ea typeface="+mn-ea"/>
              </a:rPr>
              <a:t>8}}</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68833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40403-5B60-7002-798D-8CBFF7C7EDFF}"/>
            </a:ext>
          </a:extLst>
        </p:cNvPr>
        <p:cNvGrpSpPr/>
        <p:nvPr/>
      </p:nvGrpSpPr>
      <p:grpSpPr>
        <a:xfrm>
          <a:off x="0" y="0"/>
          <a:ext cx="0" cy="0"/>
          <a:chOff x="0" y="0"/>
          <a:chExt cx="0" cy="0"/>
        </a:xfrm>
      </p:grpSpPr>
      <p:sp>
        <p:nvSpPr>
          <p:cNvPr id="77" name="文本框 76">
            <a:extLst>
              <a:ext uri="{FF2B5EF4-FFF2-40B4-BE49-F238E27FC236}">
                <a16:creationId xmlns:a16="http://schemas.microsoft.com/office/drawing/2014/main" id="{E92B0BE3-1F7E-9458-50C5-CC23C25E50C9}"/>
              </a:ext>
            </a:extLst>
          </p:cNvPr>
          <p:cNvSpPr txBox="1"/>
          <p:nvPr>
            <p:custDataLst>
              <p:tags r:id="rId1"/>
            </p:custDataLst>
          </p:nvPr>
        </p:nvSpPr>
        <p:spPr bwMode="auto">
          <a:xfrm>
            <a:off x="2827218" y="1391757"/>
            <a:ext cx="3996267" cy="817034"/>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a:extLst>
              <a:ext uri="{FF2B5EF4-FFF2-40B4-BE49-F238E27FC236}">
                <a16:creationId xmlns:a16="http://schemas.microsoft.com/office/drawing/2014/main" id="{CFCC79B7-04B4-E2E5-B9ED-C1678FBF33CD}"/>
              </a:ext>
            </a:extLst>
          </p:cNvPr>
          <p:cNvSpPr/>
          <p:nvPr>
            <p:custDataLst>
              <p:tags r:id="rId2"/>
            </p:custDataLst>
          </p:nvPr>
        </p:nvSpPr>
        <p:spPr bwMode="auto">
          <a:xfrm>
            <a:off x="1420058" y="1590724"/>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a:extLst>
              <a:ext uri="{FF2B5EF4-FFF2-40B4-BE49-F238E27FC236}">
                <a16:creationId xmlns:a16="http://schemas.microsoft.com/office/drawing/2014/main" id="{868B226B-EE12-545B-4616-FDF151713626}"/>
              </a:ext>
            </a:extLst>
          </p:cNvPr>
          <p:cNvSpPr/>
          <p:nvPr>
            <p:custDataLst>
              <p:tags r:id="rId3"/>
            </p:custDataLst>
          </p:nvPr>
        </p:nvSpPr>
        <p:spPr bwMode="auto">
          <a:xfrm>
            <a:off x="2542738" y="1590724"/>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05E106E7-0684-626F-4AA8-9F15F2ABD58D}"/>
              </a:ext>
            </a:extLst>
          </p:cNvPr>
          <p:cNvSpPr/>
          <p:nvPr>
            <p:custDataLst>
              <p:tags r:id="rId4"/>
            </p:custDataLst>
          </p:nvPr>
        </p:nvSpPr>
        <p:spPr>
          <a:xfrm>
            <a:off x="1739251" y="1628824"/>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sp>
        <p:nvSpPr>
          <p:cNvPr id="81" name="文本框 80">
            <a:extLst>
              <a:ext uri="{FF2B5EF4-FFF2-40B4-BE49-F238E27FC236}">
                <a16:creationId xmlns:a16="http://schemas.microsoft.com/office/drawing/2014/main" id="{284CDA8B-F143-04DF-3CAA-F1977A2C5AE8}"/>
              </a:ext>
            </a:extLst>
          </p:cNvPr>
          <p:cNvSpPr txBox="1"/>
          <p:nvPr>
            <p:custDataLst>
              <p:tags r:id="rId5"/>
            </p:custDataLst>
          </p:nvPr>
        </p:nvSpPr>
        <p:spPr bwMode="auto">
          <a:xfrm>
            <a:off x="2827218" y="2454325"/>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r>
              <a:rPr lang="zh-CN" altLang="en-US" sz="2800" spc="267" dirty="0">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a:extLst>
              <a:ext uri="{FF2B5EF4-FFF2-40B4-BE49-F238E27FC236}">
                <a16:creationId xmlns:a16="http://schemas.microsoft.com/office/drawing/2014/main" id="{35CAAB49-E9B6-CA4C-8316-57939C11523B}"/>
              </a:ext>
            </a:extLst>
          </p:cNvPr>
          <p:cNvSpPr/>
          <p:nvPr>
            <p:custDataLst>
              <p:tags r:id="rId6"/>
            </p:custDataLst>
          </p:nvPr>
        </p:nvSpPr>
        <p:spPr bwMode="auto">
          <a:xfrm>
            <a:off x="1420058" y="2636358"/>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a:extLst>
              <a:ext uri="{FF2B5EF4-FFF2-40B4-BE49-F238E27FC236}">
                <a16:creationId xmlns:a16="http://schemas.microsoft.com/office/drawing/2014/main" id="{C5FA20BE-5E9B-B86A-CF80-EBB4CC21C8FA}"/>
              </a:ext>
            </a:extLst>
          </p:cNvPr>
          <p:cNvSpPr/>
          <p:nvPr>
            <p:custDataLst>
              <p:tags r:id="rId7"/>
            </p:custDataLst>
          </p:nvPr>
        </p:nvSpPr>
        <p:spPr bwMode="auto">
          <a:xfrm>
            <a:off x="2542738" y="2636358"/>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D1DB5404-15EF-9F81-31B5-504B7F22906F}"/>
              </a:ext>
            </a:extLst>
          </p:cNvPr>
          <p:cNvSpPr/>
          <p:nvPr>
            <p:custDataLst>
              <p:tags r:id="rId8"/>
            </p:custDataLst>
          </p:nvPr>
        </p:nvSpPr>
        <p:spPr>
          <a:xfrm>
            <a:off x="1739251" y="2674459"/>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sp>
        <p:nvSpPr>
          <p:cNvPr id="85" name="文本框 84">
            <a:extLst>
              <a:ext uri="{FF2B5EF4-FFF2-40B4-BE49-F238E27FC236}">
                <a16:creationId xmlns:a16="http://schemas.microsoft.com/office/drawing/2014/main" id="{3D5E8E0D-F5EA-92DC-7269-BFBF9135534E}"/>
              </a:ext>
            </a:extLst>
          </p:cNvPr>
          <p:cNvSpPr txBox="1"/>
          <p:nvPr>
            <p:custDataLst>
              <p:tags r:id="rId9"/>
            </p:custDataLst>
          </p:nvPr>
        </p:nvSpPr>
        <p:spPr bwMode="auto">
          <a:xfrm>
            <a:off x="2827218" y="3491491"/>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a:extLst>
              <a:ext uri="{FF2B5EF4-FFF2-40B4-BE49-F238E27FC236}">
                <a16:creationId xmlns:a16="http://schemas.microsoft.com/office/drawing/2014/main" id="{CA972B7C-8FFF-793F-FF5E-476A5357009E}"/>
              </a:ext>
            </a:extLst>
          </p:cNvPr>
          <p:cNvSpPr/>
          <p:nvPr>
            <p:custDataLst>
              <p:tags r:id="rId10"/>
            </p:custDataLst>
          </p:nvPr>
        </p:nvSpPr>
        <p:spPr bwMode="auto">
          <a:xfrm>
            <a:off x="1420058" y="3681991"/>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a:extLst>
              <a:ext uri="{FF2B5EF4-FFF2-40B4-BE49-F238E27FC236}">
                <a16:creationId xmlns:a16="http://schemas.microsoft.com/office/drawing/2014/main" id="{9DA57B17-F839-7251-82C9-E2BC9B614515}"/>
              </a:ext>
            </a:extLst>
          </p:cNvPr>
          <p:cNvSpPr/>
          <p:nvPr>
            <p:custDataLst>
              <p:tags r:id="rId11"/>
            </p:custDataLst>
          </p:nvPr>
        </p:nvSpPr>
        <p:spPr bwMode="auto">
          <a:xfrm>
            <a:off x="2542738" y="3681991"/>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a:extLst>
              <a:ext uri="{FF2B5EF4-FFF2-40B4-BE49-F238E27FC236}">
                <a16:creationId xmlns:a16="http://schemas.microsoft.com/office/drawing/2014/main" id="{146F299F-5F0B-18FE-CF87-BB40343AC7BE}"/>
              </a:ext>
            </a:extLst>
          </p:cNvPr>
          <p:cNvSpPr/>
          <p:nvPr>
            <p:custDataLst>
              <p:tags r:id="rId12"/>
            </p:custDataLst>
          </p:nvPr>
        </p:nvSpPr>
        <p:spPr>
          <a:xfrm>
            <a:off x="1739251" y="3720091"/>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sp>
        <p:nvSpPr>
          <p:cNvPr id="89" name="文本框 88">
            <a:extLst>
              <a:ext uri="{FF2B5EF4-FFF2-40B4-BE49-F238E27FC236}">
                <a16:creationId xmlns:a16="http://schemas.microsoft.com/office/drawing/2014/main" id="{0B3BC52C-E406-0CA5-7BE1-4248DEDA9F89}"/>
              </a:ext>
            </a:extLst>
          </p:cNvPr>
          <p:cNvSpPr txBox="1"/>
          <p:nvPr>
            <p:custDataLst>
              <p:tags r:id="rId13"/>
            </p:custDataLst>
          </p:nvPr>
        </p:nvSpPr>
        <p:spPr bwMode="auto">
          <a:xfrm>
            <a:off x="2827218" y="4529503"/>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a:extLst>
              <a:ext uri="{FF2B5EF4-FFF2-40B4-BE49-F238E27FC236}">
                <a16:creationId xmlns:a16="http://schemas.microsoft.com/office/drawing/2014/main" id="{568EF46B-5081-8E84-4CF6-BE7C9010B6CE}"/>
              </a:ext>
            </a:extLst>
          </p:cNvPr>
          <p:cNvSpPr/>
          <p:nvPr>
            <p:custDataLst>
              <p:tags r:id="rId14"/>
            </p:custDataLst>
          </p:nvPr>
        </p:nvSpPr>
        <p:spPr bwMode="auto">
          <a:xfrm>
            <a:off x="1420058" y="4728470"/>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a:extLst>
              <a:ext uri="{FF2B5EF4-FFF2-40B4-BE49-F238E27FC236}">
                <a16:creationId xmlns:a16="http://schemas.microsoft.com/office/drawing/2014/main" id="{7EAA5673-A465-F3D7-43E7-09684975A3FA}"/>
              </a:ext>
            </a:extLst>
          </p:cNvPr>
          <p:cNvSpPr/>
          <p:nvPr>
            <p:custDataLst>
              <p:tags r:id="rId15"/>
            </p:custDataLst>
          </p:nvPr>
        </p:nvSpPr>
        <p:spPr bwMode="auto">
          <a:xfrm>
            <a:off x="2542738" y="4728470"/>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DB8DE804-082F-93CB-3F84-3974F16AA47D}"/>
              </a:ext>
            </a:extLst>
          </p:cNvPr>
          <p:cNvSpPr/>
          <p:nvPr>
            <p:custDataLst>
              <p:tags r:id="rId16"/>
            </p:custDataLst>
          </p:nvPr>
        </p:nvSpPr>
        <p:spPr>
          <a:xfrm>
            <a:off x="1739251" y="4766570"/>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sp>
        <p:nvSpPr>
          <p:cNvPr id="24" name="标题 1">
            <a:extLst>
              <a:ext uri="{FF2B5EF4-FFF2-40B4-BE49-F238E27FC236}">
                <a16:creationId xmlns:a16="http://schemas.microsoft.com/office/drawing/2014/main" id="{D9D6E11B-D517-C933-178A-48DB47770450}"/>
              </a:ext>
            </a:extLst>
          </p:cNvPr>
          <p:cNvSpPr>
            <a:spLocks noGrp="1"/>
          </p:cNvSpPr>
          <p:nvPr>
            <p:ph type="title"/>
          </p:nvPr>
        </p:nvSpPr>
        <p:spPr>
          <a:xfrm>
            <a:off x="647700" y="178435"/>
            <a:ext cx="4773930" cy="601980"/>
          </a:xfrm>
        </p:spPr>
        <p:txBody>
          <a:bodyPr/>
          <a:lstStyle/>
          <a:p>
            <a:r>
              <a:rPr lang="zh-CN" altLang="en-US" dirty="0"/>
              <a:t>目录</a:t>
            </a:r>
          </a:p>
        </p:txBody>
      </p:sp>
    </p:spTree>
    <p:extLst>
      <p:ext uri="{BB962C8B-B14F-4D97-AF65-F5344CB8AC3E}">
        <p14:creationId xmlns:p14="http://schemas.microsoft.com/office/powerpoint/2010/main" val="1668795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05EAD-A79F-E122-1455-F4720A930B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42C1CF-8F2B-B1EF-A3C7-138A7515148B}"/>
              </a:ext>
            </a:extLst>
          </p:cNvPr>
          <p:cNvSpPr>
            <a:spLocks noGrp="1"/>
          </p:cNvSpPr>
          <p:nvPr>
            <p:ph type="title"/>
          </p:nvPr>
        </p:nvSpPr>
        <p:spPr>
          <a:xfrm>
            <a:off x="647700" y="178435"/>
            <a:ext cx="9168104" cy="601980"/>
          </a:xfrm>
        </p:spPr>
        <p:txBody>
          <a:bodyPr/>
          <a:lstStyle/>
          <a:p>
            <a:r>
              <a:rPr lang="en-US" altLang="zh-CN" dirty="0"/>
              <a:t>{{</a:t>
            </a:r>
            <a:r>
              <a:rPr lang="zh-CN" altLang="en-US" dirty="0"/>
              <a:t>社会新闻标题</a:t>
            </a:r>
            <a:r>
              <a:rPr lang="en-US" altLang="zh-CN" dirty="0"/>
              <a:t>1}}</a:t>
            </a:r>
            <a:endParaRPr lang="zh-CN" altLang="en-US" dirty="0"/>
          </a:p>
        </p:txBody>
      </p:sp>
      <p:sp>
        <p:nvSpPr>
          <p:cNvPr id="3" name="内容占位符 2">
            <a:extLst>
              <a:ext uri="{FF2B5EF4-FFF2-40B4-BE49-F238E27FC236}">
                <a16:creationId xmlns:a16="http://schemas.microsoft.com/office/drawing/2014/main" id="{CE11FB7A-8F55-EDFF-A371-B0AFF1FCF0DB}"/>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1}}</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32886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C3544-E299-4ED7-F31A-0F34DCE1AA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99A896C-2D2D-0365-159E-6F5DD0F3E34A}"/>
              </a:ext>
            </a:extLst>
          </p:cNvPr>
          <p:cNvSpPr>
            <a:spLocks noGrp="1"/>
          </p:cNvSpPr>
          <p:nvPr>
            <p:ph type="title"/>
          </p:nvPr>
        </p:nvSpPr>
        <p:spPr>
          <a:xfrm>
            <a:off x="647699" y="178435"/>
            <a:ext cx="9180545" cy="601980"/>
          </a:xfrm>
        </p:spPr>
        <p:txBody>
          <a:bodyPr/>
          <a:lstStyle/>
          <a:p>
            <a:r>
              <a:rPr lang="en-US" altLang="zh-CN" dirty="0"/>
              <a:t>{{</a:t>
            </a:r>
            <a:r>
              <a:rPr lang="zh-CN" altLang="en-US" dirty="0"/>
              <a:t>社会新闻标题</a:t>
            </a:r>
            <a:r>
              <a:rPr lang="en-US" altLang="zh-CN" dirty="0"/>
              <a:t>2}}</a:t>
            </a:r>
            <a:endParaRPr lang="zh-CN" altLang="en-US" dirty="0"/>
          </a:p>
        </p:txBody>
      </p:sp>
      <p:sp>
        <p:nvSpPr>
          <p:cNvPr id="3" name="内容占位符 2">
            <a:extLst>
              <a:ext uri="{FF2B5EF4-FFF2-40B4-BE49-F238E27FC236}">
                <a16:creationId xmlns:a16="http://schemas.microsoft.com/office/drawing/2014/main" id="{6CD92328-DD14-2776-0DC3-E88F224E6FEA}"/>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2}}</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4262703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ABA1E-CCAC-BA68-F537-17134B8DA2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91F1BE-F9F7-C09F-0F79-D8AA8AED2FD6}"/>
              </a:ext>
            </a:extLst>
          </p:cNvPr>
          <p:cNvSpPr>
            <a:spLocks noGrp="1"/>
          </p:cNvSpPr>
          <p:nvPr>
            <p:ph type="title"/>
          </p:nvPr>
        </p:nvSpPr>
        <p:spPr>
          <a:xfrm>
            <a:off x="647699" y="178435"/>
            <a:ext cx="9211647" cy="601980"/>
          </a:xfrm>
        </p:spPr>
        <p:txBody>
          <a:bodyPr/>
          <a:lstStyle/>
          <a:p>
            <a:r>
              <a:rPr lang="en-US" altLang="zh-CN" dirty="0"/>
              <a:t>{{</a:t>
            </a:r>
            <a:r>
              <a:rPr lang="zh-CN" altLang="en-US" dirty="0"/>
              <a:t>社会新闻标题</a:t>
            </a:r>
            <a:r>
              <a:rPr lang="en-US" altLang="zh-CN" dirty="0"/>
              <a:t>3}}</a:t>
            </a:r>
            <a:endParaRPr lang="zh-CN" altLang="en-US" dirty="0"/>
          </a:p>
        </p:txBody>
      </p:sp>
      <p:sp>
        <p:nvSpPr>
          <p:cNvPr id="3" name="内容占位符 2">
            <a:extLst>
              <a:ext uri="{FF2B5EF4-FFF2-40B4-BE49-F238E27FC236}">
                <a16:creationId xmlns:a16="http://schemas.microsoft.com/office/drawing/2014/main" id="{90B68B8C-E82F-F3BC-DA4C-D3A3ED6C9654}"/>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3}}</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404257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36876-3AED-8C7F-83ED-B3C0901F2C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20AED13-1149-C472-59F5-75CCE7C8464B}"/>
              </a:ext>
            </a:extLst>
          </p:cNvPr>
          <p:cNvSpPr>
            <a:spLocks noGrp="1"/>
          </p:cNvSpPr>
          <p:nvPr>
            <p:ph type="title"/>
          </p:nvPr>
        </p:nvSpPr>
        <p:spPr>
          <a:xfrm>
            <a:off x="647699" y="178435"/>
            <a:ext cx="9155664" cy="601980"/>
          </a:xfrm>
        </p:spPr>
        <p:txBody>
          <a:bodyPr/>
          <a:lstStyle/>
          <a:p>
            <a:r>
              <a:rPr lang="en-US" altLang="zh-CN" dirty="0"/>
              <a:t>{{</a:t>
            </a:r>
            <a:r>
              <a:rPr lang="zh-CN" altLang="en-US" dirty="0"/>
              <a:t>社会新闻标题</a:t>
            </a:r>
            <a:r>
              <a:rPr lang="en-US" altLang="zh-CN" dirty="0"/>
              <a:t>4}}</a:t>
            </a:r>
            <a:endParaRPr lang="zh-CN" altLang="en-US" dirty="0"/>
          </a:p>
        </p:txBody>
      </p:sp>
      <p:sp>
        <p:nvSpPr>
          <p:cNvPr id="3" name="内容占位符 2">
            <a:extLst>
              <a:ext uri="{FF2B5EF4-FFF2-40B4-BE49-F238E27FC236}">
                <a16:creationId xmlns:a16="http://schemas.microsoft.com/office/drawing/2014/main" id="{A108B3CE-D445-AC55-C4FD-4938557E3BFA}"/>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4}}</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665127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B147D-E35A-098B-A6A9-7F3C8D4686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839BA4-BF71-A790-7E4B-AF9E429459DC}"/>
              </a:ext>
            </a:extLst>
          </p:cNvPr>
          <p:cNvSpPr>
            <a:spLocks noGrp="1"/>
          </p:cNvSpPr>
          <p:nvPr>
            <p:ph type="title"/>
          </p:nvPr>
        </p:nvSpPr>
        <p:spPr>
          <a:xfrm>
            <a:off x="647699" y="178435"/>
            <a:ext cx="9074799" cy="601980"/>
          </a:xfrm>
        </p:spPr>
        <p:txBody>
          <a:bodyPr/>
          <a:lstStyle/>
          <a:p>
            <a:r>
              <a:rPr lang="en-US" altLang="zh-CN" dirty="0"/>
              <a:t>{{</a:t>
            </a:r>
            <a:r>
              <a:rPr lang="zh-CN" altLang="en-US" dirty="0"/>
              <a:t>社会新闻标题</a:t>
            </a:r>
            <a:r>
              <a:rPr lang="en-US" altLang="zh-CN" dirty="0"/>
              <a:t>5}}</a:t>
            </a:r>
            <a:endParaRPr lang="zh-CN" altLang="en-US" dirty="0"/>
          </a:p>
        </p:txBody>
      </p:sp>
      <p:sp>
        <p:nvSpPr>
          <p:cNvPr id="3" name="内容占位符 2">
            <a:extLst>
              <a:ext uri="{FF2B5EF4-FFF2-40B4-BE49-F238E27FC236}">
                <a16:creationId xmlns:a16="http://schemas.microsoft.com/office/drawing/2014/main" id="{A3B0F54A-628F-2C8A-FD0E-0E6D14CACFDB}"/>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5}}</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754935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C5E6-6AD9-F673-3F51-DEB96AF6EDC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178928-3B79-D32C-66A9-D5F13012548F}"/>
              </a:ext>
            </a:extLst>
          </p:cNvPr>
          <p:cNvSpPr>
            <a:spLocks noGrp="1"/>
          </p:cNvSpPr>
          <p:nvPr>
            <p:ph type="title"/>
          </p:nvPr>
        </p:nvSpPr>
        <p:spPr>
          <a:xfrm>
            <a:off x="647699" y="178435"/>
            <a:ext cx="9224089" cy="601980"/>
          </a:xfrm>
        </p:spPr>
        <p:txBody>
          <a:bodyPr/>
          <a:lstStyle/>
          <a:p>
            <a:r>
              <a:rPr lang="en-US" altLang="zh-CN" dirty="0"/>
              <a:t>{{</a:t>
            </a:r>
            <a:r>
              <a:rPr lang="zh-CN" altLang="en-US" dirty="0"/>
              <a:t>社会新闻标题</a:t>
            </a:r>
            <a:r>
              <a:rPr lang="en-US" altLang="zh-CN" dirty="0"/>
              <a:t>6}}</a:t>
            </a:r>
            <a:endParaRPr lang="zh-CN" altLang="en-US" dirty="0"/>
          </a:p>
        </p:txBody>
      </p:sp>
      <p:sp>
        <p:nvSpPr>
          <p:cNvPr id="3" name="内容占位符 2">
            <a:extLst>
              <a:ext uri="{FF2B5EF4-FFF2-40B4-BE49-F238E27FC236}">
                <a16:creationId xmlns:a16="http://schemas.microsoft.com/office/drawing/2014/main" id="{E7634D94-12AD-FDC0-B38D-4C62FC649118}"/>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6}}</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75000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5F23F-C5BB-6F4F-CF60-79DB90C637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8AADC8-2D72-9A6A-5AF7-BA5FEA42B97B}"/>
              </a:ext>
            </a:extLst>
          </p:cNvPr>
          <p:cNvSpPr>
            <a:spLocks noGrp="1"/>
          </p:cNvSpPr>
          <p:nvPr>
            <p:ph type="title"/>
          </p:nvPr>
        </p:nvSpPr>
        <p:spPr>
          <a:xfrm>
            <a:off x="647699" y="178435"/>
            <a:ext cx="9112121" cy="601980"/>
          </a:xfrm>
        </p:spPr>
        <p:txBody>
          <a:bodyPr/>
          <a:lstStyle/>
          <a:p>
            <a:r>
              <a:rPr lang="en-US" altLang="zh-CN" dirty="0"/>
              <a:t>{{</a:t>
            </a:r>
            <a:r>
              <a:rPr lang="zh-CN" altLang="en-US" dirty="0"/>
              <a:t>社会新闻标题</a:t>
            </a:r>
            <a:r>
              <a:rPr lang="en-US" altLang="zh-CN" dirty="0"/>
              <a:t>7}}</a:t>
            </a:r>
            <a:endParaRPr lang="zh-CN" altLang="en-US" dirty="0"/>
          </a:p>
        </p:txBody>
      </p:sp>
      <p:sp>
        <p:nvSpPr>
          <p:cNvPr id="3" name="内容占位符 2">
            <a:extLst>
              <a:ext uri="{FF2B5EF4-FFF2-40B4-BE49-F238E27FC236}">
                <a16:creationId xmlns:a16="http://schemas.microsoft.com/office/drawing/2014/main" id="{1D377A2C-5EEF-BBE1-22F8-7B8B194336C8}"/>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7}}</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4175532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BBCC1-96CE-069D-2656-B3D900B951D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9B59F3-49AE-80EF-9920-D973D693607B}"/>
              </a:ext>
            </a:extLst>
          </p:cNvPr>
          <p:cNvSpPr>
            <a:spLocks noGrp="1"/>
          </p:cNvSpPr>
          <p:nvPr>
            <p:ph type="title"/>
          </p:nvPr>
        </p:nvSpPr>
        <p:spPr>
          <a:xfrm>
            <a:off x="647699" y="178435"/>
            <a:ext cx="9143223" cy="601980"/>
          </a:xfrm>
        </p:spPr>
        <p:txBody>
          <a:bodyPr/>
          <a:lstStyle/>
          <a:p>
            <a:r>
              <a:rPr lang="en-US" altLang="zh-CN" dirty="0"/>
              <a:t>{{</a:t>
            </a:r>
            <a:r>
              <a:rPr lang="zh-CN" altLang="en-US" dirty="0"/>
              <a:t>社会新闻标题</a:t>
            </a:r>
            <a:r>
              <a:rPr lang="en-US" altLang="zh-CN" dirty="0"/>
              <a:t>8}}</a:t>
            </a:r>
            <a:endParaRPr lang="zh-CN" altLang="en-US" dirty="0"/>
          </a:p>
        </p:txBody>
      </p:sp>
      <p:sp>
        <p:nvSpPr>
          <p:cNvPr id="3" name="内容占位符 2">
            <a:extLst>
              <a:ext uri="{FF2B5EF4-FFF2-40B4-BE49-F238E27FC236}">
                <a16:creationId xmlns:a16="http://schemas.microsoft.com/office/drawing/2014/main" id="{8D1D0673-3DFD-0E1D-7839-9C13972C919A}"/>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社会新闻内容</a:t>
            </a:r>
            <a:r>
              <a:rPr lang="en-US" altLang="zh-CN" sz="1600" dirty="0">
                <a:solidFill>
                  <a:schemeClr val="tx1"/>
                </a:solidFill>
                <a:latin typeface="+mn-ea"/>
                <a:ea typeface="+mn-ea"/>
              </a:rPr>
              <a:t>8}}</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929710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FF1C-D076-E9BD-0A2F-1EE69A87A80D}"/>
            </a:ext>
          </a:extLst>
        </p:cNvPr>
        <p:cNvGrpSpPr/>
        <p:nvPr/>
      </p:nvGrpSpPr>
      <p:grpSpPr>
        <a:xfrm>
          <a:off x="0" y="0"/>
          <a:ext cx="0" cy="0"/>
          <a:chOff x="0" y="0"/>
          <a:chExt cx="0" cy="0"/>
        </a:xfrm>
      </p:grpSpPr>
      <p:sp>
        <p:nvSpPr>
          <p:cNvPr id="77" name="文本框 76">
            <a:extLst>
              <a:ext uri="{FF2B5EF4-FFF2-40B4-BE49-F238E27FC236}">
                <a16:creationId xmlns:a16="http://schemas.microsoft.com/office/drawing/2014/main" id="{AE384B67-EE0D-8E32-68AA-03FE479B0258}"/>
              </a:ext>
            </a:extLst>
          </p:cNvPr>
          <p:cNvSpPr txBox="1"/>
          <p:nvPr>
            <p:custDataLst>
              <p:tags r:id="rId1"/>
            </p:custDataLst>
          </p:nvPr>
        </p:nvSpPr>
        <p:spPr bwMode="auto">
          <a:xfrm>
            <a:off x="2827218" y="1391757"/>
            <a:ext cx="3996267" cy="817034"/>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a:extLst>
              <a:ext uri="{FF2B5EF4-FFF2-40B4-BE49-F238E27FC236}">
                <a16:creationId xmlns:a16="http://schemas.microsoft.com/office/drawing/2014/main" id="{4D9371D8-DA9B-91B6-B839-FADF3413EFB2}"/>
              </a:ext>
            </a:extLst>
          </p:cNvPr>
          <p:cNvSpPr/>
          <p:nvPr>
            <p:custDataLst>
              <p:tags r:id="rId2"/>
            </p:custDataLst>
          </p:nvPr>
        </p:nvSpPr>
        <p:spPr bwMode="auto">
          <a:xfrm>
            <a:off x="1420058" y="1590724"/>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a:extLst>
              <a:ext uri="{FF2B5EF4-FFF2-40B4-BE49-F238E27FC236}">
                <a16:creationId xmlns:a16="http://schemas.microsoft.com/office/drawing/2014/main" id="{39DB6D0C-134A-3E67-EFAC-E9DAC4145E6A}"/>
              </a:ext>
            </a:extLst>
          </p:cNvPr>
          <p:cNvSpPr/>
          <p:nvPr>
            <p:custDataLst>
              <p:tags r:id="rId3"/>
            </p:custDataLst>
          </p:nvPr>
        </p:nvSpPr>
        <p:spPr bwMode="auto">
          <a:xfrm>
            <a:off x="2542738" y="1590724"/>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294E5377-3E73-0186-EB23-958BC87B4130}"/>
              </a:ext>
            </a:extLst>
          </p:cNvPr>
          <p:cNvSpPr/>
          <p:nvPr>
            <p:custDataLst>
              <p:tags r:id="rId4"/>
            </p:custDataLst>
          </p:nvPr>
        </p:nvSpPr>
        <p:spPr>
          <a:xfrm>
            <a:off x="1739251" y="1628824"/>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sp>
        <p:nvSpPr>
          <p:cNvPr id="81" name="文本框 80">
            <a:extLst>
              <a:ext uri="{FF2B5EF4-FFF2-40B4-BE49-F238E27FC236}">
                <a16:creationId xmlns:a16="http://schemas.microsoft.com/office/drawing/2014/main" id="{400D7DD3-8369-8A16-1A59-CB27553168AC}"/>
              </a:ext>
            </a:extLst>
          </p:cNvPr>
          <p:cNvSpPr txBox="1"/>
          <p:nvPr>
            <p:custDataLst>
              <p:tags r:id="rId5"/>
            </p:custDataLst>
          </p:nvPr>
        </p:nvSpPr>
        <p:spPr bwMode="auto">
          <a:xfrm>
            <a:off x="2827218" y="2454325"/>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a:extLst>
              <a:ext uri="{FF2B5EF4-FFF2-40B4-BE49-F238E27FC236}">
                <a16:creationId xmlns:a16="http://schemas.microsoft.com/office/drawing/2014/main" id="{E364B046-AA44-FC19-631F-A2B21F1EDBE0}"/>
              </a:ext>
            </a:extLst>
          </p:cNvPr>
          <p:cNvSpPr/>
          <p:nvPr>
            <p:custDataLst>
              <p:tags r:id="rId6"/>
            </p:custDataLst>
          </p:nvPr>
        </p:nvSpPr>
        <p:spPr bwMode="auto">
          <a:xfrm>
            <a:off x="1420058" y="2636358"/>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a:extLst>
              <a:ext uri="{FF2B5EF4-FFF2-40B4-BE49-F238E27FC236}">
                <a16:creationId xmlns:a16="http://schemas.microsoft.com/office/drawing/2014/main" id="{01B14183-C94D-E9F9-084F-096F466CEC22}"/>
              </a:ext>
            </a:extLst>
          </p:cNvPr>
          <p:cNvSpPr/>
          <p:nvPr>
            <p:custDataLst>
              <p:tags r:id="rId7"/>
            </p:custDataLst>
          </p:nvPr>
        </p:nvSpPr>
        <p:spPr bwMode="auto">
          <a:xfrm>
            <a:off x="2542738" y="2636358"/>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EF477300-872A-07FF-63CB-64A305E83F6E}"/>
              </a:ext>
            </a:extLst>
          </p:cNvPr>
          <p:cNvSpPr/>
          <p:nvPr>
            <p:custDataLst>
              <p:tags r:id="rId8"/>
            </p:custDataLst>
          </p:nvPr>
        </p:nvSpPr>
        <p:spPr>
          <a:xfrm>
            <a:off x="1739251" y="2674459"/>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sp>
        <p:nvSpPr>
          <p:cNvPr id="85" name="文本框 84">
            <a:extLst>
              <a:ext uri="{FF2B5EF4-FFF2-40B4-BE49-F238E27FC236}">
                <a16:creationId xmlns:a16="http://schemas.microsoft.com/office/drawing/2014/main" id="{AA5D5C74-004F-2E00-88D1-374C6A01DD22}"/>
              </a:ext>
            </a:extLst>
          </p:cNvPr>
          <p:cNvSpPr txBox="1"/>
          <p:nvPr>
            <p:custDataLst>
              <p:tags r:id="rId9"/>
            </p:custDataLst>
          </p:nvPr>
        </p:nvSpPr>
        <p:spPr bwMode="auto">
          <a:xfrm>
            <a:off x="2827218" y="3491491"/>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r>
              <a:rPr lang="zh-CN" altLang="en-US" sz="2800" spc="267" dirty="0">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a:extLst>
              <a:ext uri="{FF2B5EF4-FFF2-40B4-BE49-F238E27FC236}">
                <a16:creationId xmlns:a16="http://schemas.microsoft.com/office/drawing/2014/main" id="{4D34D6E1-85D5-3A37-F7D8-E76DEA96B95F}"/>
              </a:ext>
            </a:extLst>
          </p:cNvPr>
          <p:cNvSpPr/>
          <p:nvPr>
            <p:custDataLst>
              <p:tags r:id="rId10"/>
            </p:custDataLst>
          </p:nvPr>
        </p:nvSpPr>
        <p:spPr bwMode="auto">
          <a:xfrm>
            <a:off x="1420058" y="3681991"/>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a:extLst>
              <a:ext uri="{FF2B5EF4-FFF2-40B4-BE49-F238E27FC236}">
                <a16:creationId xmlns:a16="http://schemas.microsoft.com/office/drawing/2014/main" id="{D7AAB645-F336-3665-4CF8-E77A6BFC67FD}"/>
              </a:ext>
            </a:extLst>
          </p:cNvPr>
          <p:cNvSpPr/>
          <p:nvPr>
            <p:custDataLst>
              <p:tags r:id="rId11"/>
            </p:custDataLst>
          </p:nvPr>
        </p:nvSpPr>
        <p:spPr bwMode="auto">
          <a:xfrm>
            <a:off x="2542738" y="3681991"/>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a:extLst>
              <a:ext uri="{FF2B5EF4-FFF2-40B4-BE49-F238E27FC236}">
                <a16:creationId xmlns:a16="http://schemas.microsoft.com/office/drawing/2014/main" id="{EE29DB54-82D5-FF86-9F4F-84323FAA5688}"/>
              </a:ext>
            </a:extLst>
          </p:cNvPr>
          <p:cNvSpPr/>
          <p:nvPr>
            <p:custDataLst>
              <p:tags r:id="rId12"/>
            </p:custDataLst>
          </p:nvPr>
        </p:nvSpPr>
        <p:spPr>
          <a:xfrm>
            <a:off x="1739251" y="3720091"/>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sp>
        <p:nvSpPr>
          <p:cNvPr id="89" name="文本框 88">
            <a:extLst>
              <a:ext uri="{FF2B5EF4-FFF2-40B4-BE49-F238E27FC236}">
                <a16:creationId xmlns:a16="http://schemas.microsoft.com/office/drawing/2014/main" id="{E948D0B6-C2FE-8832-2C54-75FD327D47FC}"/>
              </a:ext>
            </a:extLst>
          </p:cNvPr>
          <p:cNvSpPr txBox="1"/>
          <p:nvPr>
            <p:custDataLst>
              <p:tags r:id="rId13"/>
            </p:custDataLst>
          </p:nvPr>
        </p:nvSpPr>
        <p:spPr bwMode="auto">
          <a:xfrm>
            <a:off x="2827218" y="4529503"/>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a:extLst>
              <a:ext uri="{FF2B5EF4-FFF2-40B4-BE49-F238E27FC236}">
                <a16:creationId xmlns:a16="http://schemas.microsoft.com/office/drawing/2014/main" id="{5CFFAD18-04B0-A1AA-70D6-06EA862D6885}"/>
              </a:ext>
            </a:extLst>
          </p:cNvPr>
          <p:cNvSpPr/>
          <p:nvPr>
            <p:custDataLst>
              <p:tags r:id="rId14"/>
            </p:custDataLst>
          </p:nvPr>
        </p:nvSpPr>
        <p:spPr bwMode="auto">
          <a:xfrm>
            <a:off x="1420058" y="4728470"/>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a:extLst>
              <a:ext uri="{FF2B5EF4-FFF2-40B4-BE49-F238E27FC236}">
                <a16:creationId xmlns:a16="http://schemas.microsoft.com/office/drawing/2014/main" id="{2F406917-E1FE-CF14-C45E-BA6CA84E8E16}"/>
              </a:ext>
            </a:extLst>
          </p:cNvPr>
          <p:cNvSpPr/>
          <p:nvPr>
            <p:custDataLst>
              <p:tags r:id="rId15"/>
            </p:custDataLst>
          </p:nvPr>
        </p:nvSpPr>
        <p:spPr bwMode="auto">
          <a:xfrm>
            <a:off x="2542738" y="4728470"/>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E6AE1E14-9A0E-4991-FE52-7E46B64CC247}"/>
              </a:ext>
            </a:extLst>
          </p:cNvPr>
          <p:cNvSpPr/>
          <p:nvPr>
            <p:custDataLst>
              <p:tags r:id="rId16"/>
            </p:custDataLst>
          </p:nvPr>
        </p:nvSpPr>
        <p:spPr>
          <a:xfrm>
            <a:off x="1739251" y="4766570"/>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sp>
        <p:nvSpPr>
          <p:cNvPr id="24" name="标题 1">
            <a:extLst>
              <a:ext uri="{FF2B5EF4-FFF2-40B4-BE49-F238E27FC236}">
                <a16:creationId xmlns:a16="http://schemas.microsoft.com/office/drawing/2014/main" id="{0E643EC1-A595-83C4-096E-7FF341F43A4D}"/>
              </a:ext>
            </a:extLst>
          </p:cNvPr>
          <p:cNvSpPr>
            <a:spLocks noGrp="1"/>
          </p:cNvSpPr>
          <p:nvPr>
            <p:ph type="title"/>
          </p:nvPr>
        </p:nvSpPr>
        <p:spPr>
          <a:xfrm>
            <a:off x="647700" y="178435"/>
            <a:ext cx="4773930" cy="601980"/>
          </a:xfrm>
        </p:spPr>
        <p:txBody>
          <a:bodyPr/>
          <a:lstStyle/>
          <a:p>
            <a:r>
              <a:rPr lang="zh-CN" altLang="en-US" dirty="0"/>
              <a:t>目录</a:t>
            </a:r>
          </a:p>
        </p:txBody>
      </p:sp>
    </p:spTree>
    <p:extLst>
      <p:ext uri="{BB962C8B-B14F-4D97-AF65-F5344CB8AC3E}">
        <p14:creationId xmlns:p14="http://schemas.microsoft.com/office/powerpoint/2010/main" val="4288193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F556C-0FA4-477D-F5FE-0BB0086C5A7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061D9C-08F5-BD6D-C288-8CBAC48E5924}"/>
              </a:ext>
            </a:extLst>
          </p:cNvPr>
          <p:cNvSpPr>
            <a:spLocks noGrp="1"/>
          </p:cNvSpPr>
          <p:nvPr>
            <p:ph type="title"/>
          </p:nvPr>
        </p:nvSpPr>
        <p:spPr>
          <a:xfrm>
            <a:off x="647699" y="178435"/>
            <a:ext cx="9224089" cy="601980"/>
          </a:xfrm>
        </p:spPr>
        <p:txBody>
          <a:bodyPr/>
          <a:lstStyle/>
          <a:p>
            <a:r>
              <a:rPr lang="en-US" altLang="zh-CN" dirty="0"/>
              <a:t>{{</a:t>
            </a:r>
            <a:r>
              <a:rPr lang="zh-CN" altLang="en-US" dirty="0"/>
              <a:t>治理新闻标题</a:t>
            </a:r>
            <a:r>
              <a:rPr lang="en-US" altLang="zh-CN" dirty="0"/>
              <a:t>1}}</a:t>
            </a:r>
            <a:endParaRPr lang="zh-CN" altLang="en-US" dirty="0"/>
          </a:p>
        </p:txBody>
      </p:sp>
      <p:sp>
        <p:nvSpPr>
          <p:cNvPr id="3" name="内容占位符 2">
            <a:extLst>
              <a:ext uri="{FF2B5EF4-FFF2-40B4-BE49-F238E27FC236}">
                <a16:creationId xmlns:a16="http://schemas.microsoft.com/office/drawing/2014/main" id="{014928F9-B057-6578-08AC-3638599BC2AE}"/>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1}}</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878643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DC4E-4E0D-D82A-B62E-53931216AB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B3A8F0-33E4-73CC-1D2A-4F9F747F2D59}"/>
              </a:ext>
            </a:extLst>
          </p:cNvPr>
          <p:cNvSpPr>
            <a:spLocks noGrp="1"/>
          </p:cNvSpPr>
          <p:nvPr>
            <p:ph type="title"/>
          </p:nvPr>
        </p:nvSpPr>
        <p:spPr>
          <a:xfrm>
            <a:off x="647700" y="178435"/>
            <a:ext cx="9137002" cy="601980"/>
          </a:xfrm>
        </p:spPr>
        <p:txBody>
          <a:bodyPr/>
          <a:lstStyle/>
          <a:p>
            <a:r>
              <a:rPr lang="en-US" altLang="zh-CN" dirty="0"/>
              <a:t>{{</a:t>
            </a:r>
            <a:r>
              <a:rPr lang="zh-CN" altLang="en-US" dirty="0"/>
              <a:t>治理新闻标题</a:t>
            </a:r>
            <a:r>
              <a:rPr lang="en-US" altLang="zh-CN" dirty="0"/>
              <a:t>2}}</a:t>
            </a:r>
            <a:endParaRPr lang="zh-CN" altLang="en-US" dirty="0"/>
          </a:p>
        </p:txBody>
      </p:sp>
      <p:sp>
        <p:nvSpPr>
          <p:cNvPr id="3" name="内容占位符 2">
            <a:extLst>
              <a:ext uri="{FF2B5EF4-FFF2-40B4-BE49-F238E27FC236}">
                <a16:creationId xmlns:a16="http://schemas.microsoft.com/office/drawing/2014/main" id="{8D686E4C-461F-FC2C-6909-05CE476DF657}"/>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2}}</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3049571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BD0B8-C13B-E808-5888-E074FB6955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AAFF93-D741-9EA1-1268-995B79C5A5DB}"/>
              </a:ext>
            </a:extLst>
          </p:cNvPr>
          <p:cNvSpPr>
            <a:spLocks noGrp="1"/>
          </p:cNvSpPr>
          <p:nvPr>
            <p:ph type="title"/>
          </p:nvPr>
        </p:nvSpPr>
        <p:spPr>
          <a:xfrm>
            <a:off x="647699" y="178435"/>
            <a:ext cx="9180546" cy="601980"/>
          </a:xfrm>
        </p:spPr>
        <p:txBody>
          <a:bodyPr/>
          <a:lstStyle/>
          <a:p>
            <a:r>
              <a:rPr lang="en-US" altLang="zh-CN" dirty="0"/>
              <a:t>{{</a:t>
            </a:r>
            <a:r>
              <a:rPr lang="zh-CN" altLang="en-US" dirty="0"/>
              <a:t>治理新闻标题</a:t>
            </a:r>
            <a:r>
              <a:rPr lang="en-US" altLang="zh-CN" dirty="0"/>
              <a:t>3}}</a:t>
            </a:r>
            <a:endParaRPr lang="zh-CN" altLang="en-US" dirty="0"/>
          </a:p>
        </p:txBody>
      </p:sp>
      <p:sp>
        <p:nvSpPr>
          <p:cNvPr id="3" name="内容占位符 2">
            <a:extLst>
              <a:ext uri="{FF2B5EF4-FFF2-40B4-BE49-F238E27FC236}">
                <a16:creationId xmlns:a16="http://schemas.microsoft.com/office/drawing/2014/main" id="{AC6C584A-9B36-CDAB-D69F-609ADEB0D7EF}"/>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3}}</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4130799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AE30-F379-EEE8-4126-A3D075FD93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D36792-1B5C-A1FA-CD9A-87BCF30FB2B3}"/>
              </a:ext>
            </a:extLst>
          </p:cNvPr>
          <p:cNvSpPr>
            <a:spLocks noGrp="1"/>
          </p:cNvSpPr>
          <p:nvPr>
            <p:ph type="title"/>
          </p:nvPr>
        </p:nvSpPr>
        <p:spPr>
          <a:xfrm>
            <a:off x="647700" y="178435"/>
            <a:ext cx="9074798" cy="601980"/>
          </a:xfrm>
        </p:spPr>
        <p:txBody>
          <a:bodyPr/>
          <a:lstStyle/>
          <a:p>
            <a:r>
              <a:rPr lang="en-US" altLang="zh-CN" dirty="0"/>
              <a:t>{{</a:t>
            </a:r>
            <a:r>
              <a:rPr lang="zh-CN" altLang="en-US" dirty="0"/>
              <a:t>治理新闻标题</a:t>
            </a:r>
            <a:r>
              <a:rPr lang="en-US" altLang="zh-CN" dirty="0"/>
              <a:t>4}}</a:t>
            </a:r>
            <a:endParaRPr lang="zh-CN" altLang="en-US" dirty="0"/>
          </a:p>
        </p:txBody>
      </p:sp>
      <p:sp>
        <p:nvSpPr>
          <p:cNvPr id="3" name="内容占位符 2">
            <a:extLst>
              <a:ext uri="{FF2B5EF4-FFF2-40B4-BE49-F238E27FC236}">
                <a16:creationId xmlns:a16="http://schemas.microsoft.com/office/drawing/2014/main" id="{B77A5975-C7D5-F98C-F784-E9A957448F1B}"/>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4}}</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936553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F18C-BF1C-B7BF-C424-FC65B4212DD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D36A47-A206-7D17-2F31-22471A3BD1A1}"/>
              </a:ext>
            </a:extLst>
          </p:cNvPr>
          <p:cNvSpPr>
            <a:spLocks noGrp="1"/>
          </p:cNvSpPr>
          <p:nvPr>
            <p:ph type="title"/>
          </p:nvPr>
        </p:nvSpPr>
        <p:spPr>
          <a:xfrm>
            <a:off x="647699" y="178435"/>
            <a:ext cx="9124562" cy="601980"/>
          </a:xfrm>
        </p:spPr>
        <p:txBody>
          <a:bodyPr/>
          <a:lstStyle/>
          <a:p>
            <a:r>
              <a:rPr lang="en-US" altLang="zh-CN" dirty="0"/>
              <a:t>{{</a:t>
            </a:r>
            <a:r>
              <a:rPr lang="zh-CN" altLang="en-US" dirty="0"/>
              <a:t>治理新闻标题</a:t>
            </a:r>
            <a:r>
              <a:rPr lang="en-US" altLang="zh-CN" dirty="0"/>
              <a:t>5}}</a:t>
            </a:r>
            <a:endParaRPr lang="zh-CN" altLang="en-US" dirty="0"/>
          </a:p>
        </p:txBody>
      </p:sp>
      <p:sp>
        <p:nvSpPr>
          <p:cNvPr id="3" name="内容占位符 2">
            <a:extLst>
              <a:ext uri="{FF2B5EF4-FFF2-40B4-BE49-F238E27FC236}">
                <a16:creationId xmlns:a16="http://schemas.microsoft.com/office/drawing/2014/main" id="{81D9C691-88B9-DE42-6EF7-A0A4AAB1FC8F}"/>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5}}</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9622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8863A-6E8F-9CB2-B646-73B4218606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F6B1E4-700F-643F-14EE-5AC2E247D48E}"/>
              </a:ext>
            </a:extLst>
          </p:cNvPr>
          <p:cNvSpPr>
            <a:spLocks noGrp="1"/>
          </p:cNvSpPr>
          <p:nvPr>
            <p:ph type="title"/>
          </p:nvPr>
        </p:nvSpPr>
        <p:spPr>
          <a:xfrm>
            <a:off x="647699" y="178435"/>
            <a:ext cx="9161885" cy="601980"/>
          </a:xfrm>
        </p:spPr>
        <p:txBody>
          <a:bodyPr/>
          <a:lstStyle/>
          <a:p>
            <a:r>
              <a:rPr lang="en-US" altLang="zh-CN" dirty="0"/>
              <a:t>{{</a:t>
            </a:r>
            <a:r>
              <a:rPr lang="zh-CN" altLang="en-US" dirty="0"/>
              <a:t>治理新闻标题</a:t>
            </a:r>
            <a:r>
              <a:rPr lang="en-US" altLang="zh-CN" dirty="0"/>
              <a:t>6}}</a:t>
            </a:r>
            <a:endParaRPr lang="zh-CN" altLang="en-US" dirty="0"/>
          </a:p>
        </p:txBody>
      </p:sp>
      <p:sp>
        <p:nvSpPr>
          <p:cNvPr id="3" name="内容占位符 2">
            <a:extLst>
              <a:ext uri="{FF2B5EF4-FFF2-40B4-BE49-F238E27FC236}">
                <a16:creationId xmlns:a16="http://schemas.microsoft.com/office/drawing/2014/main" id="{83F8FF3B-BBA1-59C9-92F7-B382DF31CE40}"/>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6}}</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603075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954F-A213-014C-2717-E68524F476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C7A846B-AADA-AE55-018A-E94C38AC6401}"/>
              </a:ext>
            </a:extLst>
          </p:cNvPr>
          <p:cNvSpPr>
            <a:spLocks noGrp="1"/>
          </p:cNvSpPr>
          <p:nvPr>
            <p:ph type="title"/>
          </p:nvPr>
        </p:nvSpPr>
        <p:spPr>
          <a:xfrm>
            <a:off x="647699" y="178435"/>
            <a:ext cx="9105901" cy="601980"/>
          </a:xfrm>
        </p:spPr>
        <p:txBody>
          <a:bodyPr/>
          <a:lstStyle/>
          <a:p>
            <a:r>
              <a:rPr lang="en-US" altLang="zh-CN" dirty="0"/>
              <a:t>{{</a:t>
            </a:r>
            <a:r>
              <a:rPr lang="zh-CN" altLang="en-US" dirty="0"/>
              <a:t>治理新闻标题</a:t>
            </a:r>
            <a:r>
              <a:rPr lang="en-US" altLang="zh-CN" dirty="0"/>
              <a:t>7}}</a:t>
            </a:r>
            <a:endParaRPr lang="zh-CN" altLang="en-US" dirty="0"/>
          </a:p>
        </p:txBody>
      </p:sp>
      <p:sp>
        <p:nvSpPr>
          <p:cNvPr id="3" name="内容占位符 2">
            <a:extLst>
              <a:ext uri="{FF2B5EF4-FFF2-40B4-BE49-F238E27FC236}">
                <a16:creationId xmlns:a16="http://schemas.microsoft.com/office/drawing/2014/main" id="{86DF0386-F2D2-40EB-C897-E60E6AAEEE3D}"/>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7}}</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1525644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3F63-E860-9D60-FAB2-E4D7E1FFC5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B20844-B341-E992-40FB-F282010EEC6E}"/>
              </a:ext>
            </a:extLst>
          </p:cNvPr>
          <p:cNvSpPr>
            <a:spLocks noGrp="1"/>
          </p:cNvSpPr>
          <p:nvPr>
            <p:ph type="title"/>
          </p:nvPr>
        </p:nvSpPr>
        <p:spPr>
          <a:xfrm>
            <a:off x="647699" y="178435"/>
            <a:ext cx="9118341" cy="601980"/>
          </a:xfrm>
        </p:spPr>
        <p:txBody>
          <a:bodyPr/>
          <a:lstStyle/>
          <a:p>
            <a:r>
              <a:rPr lang="en-US" altLang="zh-CN" dirty="0"/>
              <a:t>{{</a:t>
            </a:r>
            <a:r>
              <a:rPr lang="zh-CN" altLang="en-US" dirty="0"/>
              <a:t>治理新闻标题</a:t>
            </a:r>
            <a:r>
              <a:rPr lang="en-US" altLang="zh-CN" dirty="0"/>
              <a:t>8}}</a:t>
            </a:r>
            <a:endParaRPr lang="zh-CN" altLang="en-US" dirty="0"/>
          </a:p>
        </p:txBody>
      </p:sp>
      <p:sp>
        <p:nvSpPr>
          <p:cNvPr id="3" name="内容占位符 2">
            <a:extLst>
              <a:ext uri="{FF2B5EF4-FFF2-40B4-BE49-F238E27FC236}">
                <a16:creationId xmlns:a16="http://schemas.microsoft.com/office/drawing/2014/main" id="{37DFC901-4874-6F47-D3C0-2420DD7997DC}"/>
              </a:ext>
            </a:extLst>
          </p:cNvPr>
          <p:cNvSpPr>
            <a:spLocks noGrp="1"/>
          </p:cNvSpPr>
          <p:nvPr>
            <p:ph idx="1"/>
          </p:nvPr>
        </p:nvSpPr>
        <p:spPr/>
        <p:txBody>
          <a:bodyPr>
            <a:normAutofit/>
          </a:bodyPr>
          <a:lstStyle/>
          <a:p>
            <a:pPr marL="0" indent="0">
              <a:lnSpc>
                <a:spcPct val="120000"/>
              </a:lnSpc>
              <a:buNone/>
            </a:pPr>
            <a:r>
              <a:rPr lang="en-US" altLang="zh-CN" sz="1600" dirty="0">
                <a:solidFill>
                  <a:schemeClr val="tx1"/>
                </a:solidFill>
                <a:latin typeface="+mn-ea"/>
                <a:ea typeface="+mn-ea"/>
              </a:rPr>
              <a:t>{{</a:t>
            </a:r>
            <a:r>
              <a:rPr lang="zh-CN" altLang="en-US" sz="1600" dirty="0">
                <a:solidFill>
                  <a:schemeClr val="tx1"/>
                </a:solidFill>
                <a:latin typeface="+mn-ea"/>
                <a:ea typeface="+mn-ea"/>
              </a:rPr>
              <a:t>治理新闻内容</a:t>
            </a:r>
            <a:r>
              <a:rPr lang="en-US" altLang="zh-CN" sz="1600" dirty="0">
                <a:solidFill>
                  <a:schemeClr val="tx1"/>
                </a:solidFill>
                <a:latin typeface="+mn-ea"/>
                <a:ea typeface="+mn-ea"/>
              </a:rPr>
              <a:t>8}}</a:t>
            </a:r>
            <a:endParaRPr lang="zh-CN" altLang="en-US" sz="1600" dirty="0">
              <a:solidFill>
                <a:schemeClr val="tx1"/>
              </a:solidFill>
              <a:latin typeface="+mn-ea"/>
              <a:ea typeface="+mn-ea"/>
            </a:endParaRPr>
          </a:p>
        </p:txBody>
      </p:sp>
    </p:spTree>
    <p:extLst>
      <p:ext uri="{BB962C8B-B14F-4D97-AF65-F5344CB8AC3E}">
        <p14:creationId xmlns:p14="http://schemas.microsoft.com/office/powerpoint/2010/main" val="2792674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325B5-68C5-4212-7C97-B9E9C0943F60}"/>
            </a:ext>
          </a:extLst>
        </p:cNvPr>
        <p:cNvGrpSpPr/>
        <p:nvPr/>
      </p:nvGrpSpPr>
      <p:grpSpPr>
        <a:xfrm>
          <a:off x="0" y="0"/>
          <a:ext cx="0" cy="0"/>
          <a:chOff x="0" y="0"/>
          <a:chExt cx="0" cy="0"/>
        </a:xfrm>
      </p:grpSpPr>
      <p:sp>
        <p:nvSpPr>
          <p:cNvPr id="77" name="文本框 76">
            <a:extLst>
              <a:ext uri="{FF2B5EF4-FFF2-40B4-BE49-F238E27FC236}">
                <a16:creationId xmlns:a16="http://schemas.microsoft.com/office/drawing/2014/main" id="{E273E335-0B7E-0EF9-5430-9C2C31C79DDE}"/>
              </a:ext>
            </a:extLst>
          </p:cNvPr>
          <p:cNvSpPr txBox="1"/>
          <p:nvPr>
            <p:custDataLst>
              <p:tags r:id="rId1"/>
            </p:custDataLst>
          </p:nvPr>
        </p:nvSpPr>
        <p:spPr bwMode="auto">
          <a:xfrm>
            <a:off x="2827218" y="1391757"/>
            <a:ext cx="3996267" cy="817034"/>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a:extLst>
              <a:ext uri="{FF2B5EF4-FFF2-40B4-BE49-F238E27FC236}">
                <a16:creationId xmlns:a16="http://schemas.microsoft.com/office/drawing/2014/main" id="{DD173AF8-07DC-34A3-0036-D9CC5D539110}"/>
              </a:ext>
            </a:extLst>
          </p:cNvPr>
          <p:cNvSpPr/>
          <p:nvPr>
            <p:custDataLst>
              <p:tags r:id="rId2"/>
            </p:custDataLst>
          </p:nvPr>
        </p:nvSpPr>
        <p:spPr bwMode="auto">
          <a:xfrm>
            <a:off x="1420058" y="1590724"/>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a:extLst>
              <a:ext uri="{FF2B5EF4-FFF2-40B4-BE49-F238E27FC236}">
                <a16:creationId xmlns:a16="http://schemas.microsoft.com/office/drawing/2014/main" id="{952BFD8B-E6AB-869A-2A68-33803953FB7E}"/>
              </a:ext>
            </a:extLst>
          </p:cNvPr>
          <p:cNvSpPr/>
          <p:nvPr>
            <p:custDataLst>
              <p:tags r:id="rId3"/>
            </p:custDataLst>
          </p:nvPr>
        </p:nvSpPr>
        <p:spPr bwMode="auto">
          <a:xfrm>
            <a:off x="2542738" y="1590724"/>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BBA42F7D-AD84-865B-FF90-BA3F819CBA3E}"/>
              </a:ext>
            </a:extLst>
          </p:cNvPr>
          <p:cNvSpPr/>
          <p:nvPr>
            <p:custDataLst>
              <p:tags r:id="rId4"/>
            </p:custDataLst>
          </p:nvPr>
        </p:nvSpPr>
        <p:spPr>
          <a:xfrm>
            <a:off x="1739251" y="1628824"/>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sp>
        <p:nvSpPr>
          <p:cNvPr id="81" name="文本框 80">
            <a:extLst>
              <a:ext uri="{FF2B5EF4-FFF2-40B4-BE49-F238E27FC236}">
                <a16:creationId xmlns:a16="http://schemas.microsoft.com/office/drawing/2014/main" id="{1DFA12BF-2200-0DBD-50BB-98FF6DF7E817}"/>
              </a:ext>
            </a:extLst>
          </p:cNvPr>
          <p:cNvSpPr txBox="1"/>
          <p:nvPr>
            <p:custDataLst>
              <p:tags r:id="rId5"/>
            </p:custDataLst>
          </p:nvPr>
        </p:nvSpPr>
        <p:spPr bwMode="auto">
          <a:xfrm>
            <a:off x="2827218" y="2454325"/>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a:extLst>
              <a:ext uri="{FF2B5EF4-FFF2-40B4-BE49-F238E27FC236}">
                <a16:creationId xmlns:a16="http://schemas.microsoft.com/office/drawing/2014/main" id="{B65B20D3-8B61-26E9-E61A-492A28AA437C}"/>
              </a:ext>
            </a:extLst>
          </p:cNvPr>
          <p:cNvSpPr/>
          <p:nvPr>
            <p:custDataLst>
              <p:tags r:id="rId6"/>
            </p:custDataLst>
          </p:nvPr>
        </p:nvSpPr>
        <p:spPr bwMode="auto">
          <a:xfrm>
            <a:off x="1420058" y="2636358"/>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a:extLst>
              <a:ext uri="{FF2B5EF4-FFF2-40B4-BE49-F238E27FC236}">
                <a16:creationId xmlns:a16="http://schemas.microsoft.com/office/drawing/2014/main" id="{43F39A4D-F913-8351-FFA7-762D43B8CEBA}"/>
              </a:ext>
            </a:extLst>
          </p:cNvPr>
          <p:cNvSpPr/>
          <p:nvPr>
            <p:custDataLst>
              <p:tags r:id="rId7"/>
            </p:custDataLst>
          </p:nvPr>
        </p:nvSpPr>
        <p:spPr bwMode="auto">
          <a:xfrm>
            <a:off x="2542738" y="2636358"/>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1E7404FC-E77C-EFA0-198C-28630CAF5F16}"/>
              </a:ext>
            </a:extLst>
          </p:cNvPr>
          <p:cNvSpPr/>
          <p:nvPr>
            <p:custDataLst>
              <p:tags r:id="rId8"/>
            </p:custDataLst>
          </p:nvPr>
        </p:nvSpPr>
        <p:spPr>
          <a:xfrm>
            <a:off x="1739251" y="2674459"/>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sp>
        <p:nvSpPr>
          <p:cNvPr id="85" name="文本框 84">
            <a:extLst>
              <a:ext uri="{FF2B5EF4-FFF2-40B4-BE49-F238E27FC236}">
                <a16:creationId xmlns:a16="http://schemas.microsoft.com/office/drawing/2014/main" id="{CDBAD791-B995-6349-BFCC-41B03036B23B}"/>
              </a:ext>
            </a:extLst>
          </p:cNvPr>
          <p:cNvSpPr txBox="1"/>
          <p:nvPr>
            <p:custDataLst>
              <p:tags r:id="rId9"/>
            </p:custDataLst>
          </p:nvPr>
        </p:nvSpPr>
        <p:spPr bwMode="auto">
          <a:xfrm>
            <a:off x="2827218" y="3491491"/>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a:extLst>
              <a:ext uri="{FF2B5EF4-FFF2-40B4-BE49-F238E27FC236}">
                <a16:creationId xmlns:a16="http://schemas.microsoft.com/office/drawing/2014/main" id="{B39F65D1-FA63-BA34-F04E-71A09330EC32}"/>
              </a:ext>
            </a:extLst>
          </p:cNvPr>
          <p:cNvSpPr/>
          <p:nvPr>
            <p:custDataLst>
              <p:tags r:id="rId10"/>
            </p:custDataLst>
          </p:nvPr>
        </p:nvSpPr>
        <p:spPr bwMode="auto">
          <a:xfrm>
            <a:off x="1420058" y="3681991"/>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a:extLst>
              <a:ext uri="{FF2B5EF4-FFF2-40B4-BE49-F238E27FC236}">
                <a16:creationId xmlns:a16="http://schemas.microsoft.com/office/drawing/2014/main" id="{DAD1C79F-FB85-9E36-2B4F-0C189FD10242}"/>
              </a:ext>
            </a:extLst>
          </p:cNvPr>
          <p:cNvSpPr/>
          <p:nvPr>
            <p:custDataLst>
              <p:tags r:id="rId11"/>
            </p:custDataLst>
          </p:nvPr>
        </p:nvSpPr>
        <p:spPr bwMode="auto">
          <a:xfrm>
            <a:off x="2542738" y="3681991"/>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a:extLst>
              <a:ext uri="{FF2B5EF4-FFF2-40B4-BE49-F238E27FC236}">
                <a16:creationId xmlns:a16="http://schemas.microsoft.com/office/drawing/2014/main" id="{21EC0AAC-F537-54C5-3741-45F6EB56603B}"/>
              </a:ext>
            </a:extLst>
          </p:cNvPr>
          <p:cNvSpPr/>
          <p:nvPr>
            <p:custDataLst>
              <p:tags r:id="rId12"/>
            </p:custDataLst>
          </p:nvPr>
        </p:nvSpPr>
        <p:spPr>
          <a:xfrm>
            <a:off x="1739251" y="3720091"/>
            <a:ext cx="579967" cy="35560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sp>
        <p:nvSpPr>
          <p:cNvPr id="89" name="文本框 88">
            <a:extLst>
              <a:ext uri="{FF2B5EF4-FFF2-40B4-BE49-F238E27FC236}">
                <a16:creationId xmlns:a16="http://schemas.microsoft.com/office/drawing/2014/main" id="{A10F86DE-E800-C627-C0DF-9718712C900E}"/>
              </a:ext>
            </a:extLst>
          </p:cNvPr>
          <p:cNvSpPr txBox="1"/>
          <p:nvPr>
            <p:custDataLst>
              <p:tags r:id="rId13"/>
            </p:custDataLst>
          </p:nvPr>
        </p:nvSpPr>
        <p:spPr bwMode="auto">
          <a:xfrm>
            <a:off x="2827218" y="4529503"/>
            <a:ext cx="3996267" cy="81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a:extLst>
              <a:ext uri="{FF2B5EF4-FFF2-40B4-BE49-F238E27FC236}">
                <a16:creationId xmlns:a16="http://schemas.microsoft.com/office/drawing/2014/main" id="{BF3DF1FB-49A1-B1F3-1834-7AAD87C632E5}"/>
              </a:ext>
            </a:extLst>
          </p:cNvPr>
          <p:cNvSpPr/>
          <p:nvPr>
            <p:custDataLst>
              <p:tags r:id="rId14"/>
            </p:custDataLst>
          </p:nvPr>
        </p:nvSpPr>
        <p:spPr bwMode="auto">
          <a:xfrm>
            <a:off x="1420058" y="4728470"/>
            <a:ext cx="95673"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a:extLst>
              <a:ext uri="{FF2B5EF4-FFF2-40B4-BE49-F238E27FC236}">
                <a16:creationId xmlns:a16="http://schemas.microsoft.com/office/drawing/2014/main" id="{F0C565C3-81BF-1AE5-7D34-FBFE0402D969}"/>
              </a:ext>
            </a:extLst>
          </p:cNvPr>
          <p:cNvSpPr/>
          <p:nvPr>
            <p:custDataLst>
              <p:tags r:id="rId15"/>
            </p:custDataLst>
          </p:nvPr>
        </p:nvSpPr>
        <p:spPr bwMode="auto">
          <a:xfrm>
            <a:off x="2542738" y="4728470"/>
            <a:ext cx="98213"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ED1DE38C-F503-9456-F052-9269146C32DC}"/>
              </a:ext>
            </a:extLst>
          </p:cNvPr>
          <p:cNvSpPr/>
          <p:nvPr>
            <p:custDataLst>
              <p:tags r:id="rId16"/>
            </p:custDataLst>
          </p:nvPr>
        </p:nvSpPr>
        <p:spPr>
          <a:xfrm>
            <a:off x="1739251" y="4766570"/>
            <a:ext cx="579967" cy="35560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sp>
        <p:nvSpPr>
          <p:cNvPr id="24" name="标题 1">
            <a:extLst>
              <a:ext uri="{FF2B5EF4-FFF2-40B4-BE49-F238E27FC236}">
                <a16:creationId xmlns:a16="http://schemas.microsoft.com/office/drawing/2014/main" id="{B4057365-5CFA-8373-4E45-34D5A5F10B66}"/>
              </a:ext>
            </a:extLst>
          </p:cNvPr>
          <p:cNvSpPr>
            <a:spLocks noGrp="1"/>
          </p:cNvSpPr>
          <p:nvPr>
            <p:ph type="title"/>
          </p:nvPr>
        </p:nvSpPr>
        <p:spPr>
          <a:xfrm>
            <a:off x="647700" y="178435"/>
            <a:ext cx="4773930" cy="601980"/>
          </a:xfrm>
        </p:spPr>
        <p:txBody>
          <a:bodyPr/>
          <a:lstStyle/>
          <a:p>
            <a:r>
              <a:rPr lang="zh-CN" altLang="en-US" dirty="0"/>
              <a:t>目录</a:t>
            </a:r>
          </a:p>
        </p:txBody>
      </p:sp>
    </p:spTree>
    <p:extLst>
      <p:ext uri="{BB962C8B-B14F-4D97-AF65-F5344CB8AC3E}">
        <p14:creationId xmlns:p14="http://schemas.microsoft.com/office/powerpoint/2010/main" val="3473975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风险提示</a:t>
            </a:r>
            <a:endParaRPr lang="zh-CN" altLang="en-US" dirty="0">
              <a:solidFill>
                <a:srgbClr val="FF0000"/>
              </a:solidFill>
            </a:endParaRPr>
          </a:p>
        </p:txBody>
      </p:sp>
      <p:sp>
        <p:nvSpPr>
          <p:cNvPr id="3" name="内容占位符 2"/>
          <p:cNvSpPr>
            <a:spLocks noGrp="1"/>
          </p:cNvSpPr>
          <p:nvPr>
            <p:ph idx="1"/>
          </p:nvPr>
        </p:nvSpPr>
        <p:spPr>
          <a:xfrm>
            <a:off x="647700" y="1145016"/>
            <a:ext cx="10926445" cy="4409808"/>
          </a:xfrm>
        </p:spPr>
        <p:txBody>
          <a:bodyPr>
            <a:normAutofit/>
          </a:bodyPr>
          <a:lstStyle/>
          <a:p>
            <a:pPr marL="0" indent="0">
              <a:lnSpc>
                <a:spcPct val="125000"/>
              </a:lnSpc>
              <a:buNone/>
            </a:pP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一、生成内容的非确然性与人工复核：本工具基于概率大语言模型（</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LLM</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）构建，尽管引入了思维链（</a:t>
            </a:r>
            <a:r>
              <a:rPr lang="en-US" altLang="zh-CN" sz="1600" dirty="0" err="1">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CoT</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与多源交叉验证机制，但生成内容仍存在“机器幻觉”或数据引用的潜在偏差。系统产出的研报、数据及观点仅作为辅助性研究材料，严禁将其直接作为最终投资建议。关键决策依据必须经过专业研究人员的人工复核与逻辑校验。</a:t>
            </a:r>
          </a:p>
          <a:p>
            <a:pPr marL="0" indent="0">
              <a:lnSpc>
                <a:spcPct val="125000"/>
              </a:lnSpc>
              <a:buNone/>
            </a:pP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二、技术服务与数据源的外部依赖：</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Deep Research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功能高度依赖互联网公开信源的实时可达性及第三方模型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API</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（如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Google Gemini</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、阿里云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Qwen</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）的服务稳定性。受限于网络波动、特定数据源的访问权限变更或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API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服务商的不可抗力，报告生成的完整性与时效性可能存在波动，系统不对因外部技术原因导致的服务中断承担责任。</a:t>
            </a:r>
          </a:p>
          <a:p>
            <a:pPr marL="0" indent="0">
              <a:lnSpc>
                <a:spcPct val="125000"/>
              </a:lnSpc>
              <a:buNone/>
            </a:pP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三、合规标准的地域性与适用边界：鉴于全球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ESG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披露标准（如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ISSB</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GRI</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CSRD</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）的复杂性与地域差异，</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AI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模型基于通用语料训练的解读逻辑可能无法完全覆盖特定司法辖区或金融机构的全部合规细则。使用者在引用系统内容或对外发布前，必须根据所在机构的内部风控要求进行合规性审查。</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免责声明</a:t>
            </a:r>
          </a:p>
        </p:txBody>
      </p:sp>
      <p:sp>
        <p:nvSpPr>
          <p:cNvPr id="26661" name="Rectangle 1"/>
          <p:cNvSpPr/>
          <p:nvPr/>
        </p:nvSpPr>
        <p:spPr>
          <a:xfrm>
            <a:off x="689208" y="3143410"/>
            <a:ext cx="10816590" cy="3398366"/>
          </a:xfrm>
          <a:prstGeom prst="rect">
            <a:avLst/>
          </a:prstGeom>
          <a:noFill/>
          <a:ln w="9525">
            <a:noFill/>
          </a:ln>
        </p:spPr>
        <p:txBody>
          <a:bodyPr wrap="square" lIns="0" tIns="0" rIns="0" bIns="0" anchor="ctr">
            <a:spAutoFit/>
          </a:bodyPr>
          <a:lstStyle/>
          <a:p>
            <a:pPr algn="just">
              <a:spcBef>
                <a:spcPts val="200"/>
              </a:spcBef>
              <a:spcAft>
                <a:spcPts val="200"/>
              </a:spcAft>
            </a:pPr>
            <a:r>
              <a:rPr lang="zh-CN" altLang="en-US" sz="1000" b="1" kern="100" spc="30" dirty="0">
                <a:solidFill>
                  <a:srgbClr val="004477"/>
                </a:solidFill>
                <a:latin typeface="黑体" panose="02010609060101010101" pitchFamily="49" charset="-122"/>
                <a:ea typeface="黑体" panose="02010609060101010101" pitchFamily="49" charset="-122"/>
                <a:cs typeface="Times New Roman" panose="02020603050405020304" charset="0"/>
              </a:rPr>
              <a:t>分析师承诺</a:t>
            </a:r>
            <a:endParaRPr lang="en-US" altLang="zh-CN" sz="1000" b="1" kern="100" spc="30" dirty="0">
              <a:solidFill>
                <a:srgbClr val="004477"/>
              </a:solidFill>
              <a:latin typeface="黑体" panose="02010609060101010101" pitchFamily="49" charset="-122"/>
              <a:ea typeface="黑体" panose="02010609060101010101" pitchFamily="49" charset="-122"/>
              <a:cs typeface="Times New Roman" panose="02020603050405020304" charset="0"/>
            </a:endParaRPr>
          </a:p>
          <a:p>
            <a:pPr>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作者保证报告所采用的数据均来自合规渠道；分析逻辑基于作者的职业理解，通过合理判断并得出结论，力求独立、客观、公正，结论不受任何第三方的授意或影响；作者在过去、现在或未来未就其研究报告所提供的具体建议或所表述的意见直接或间接收取任何报酬，特此声明。</a:t>
            </a:r>
            <a:endParaRPr lang="en-US" altLang="zh-CN" sz="1000" dirty="0">
              <a:solidFill>
                <a:srgbClr val="000000"/>
              </a:solidFill>
              <a:latin typeface="黑体" panose="02010609060101010101" pitchFamily="49" charset="-122"/>
              <a:ea typeface="黑体" panose="02010609060101010101" pitchFamily="49" charset="-122"/>
              <a:cs typeface="Arial" panose="020B0604020202020204" pitchFamily="34" charset="0"/>
            </a:endParaRPr>
          </a:p>
          <a:p>
            <a:pPr algn="just">
              <a:spcBef>
                <a:spcPts val="200"/>
              </a:spcBef>
              <a:spcAft>
                <a:spcPts val="200"/>
              </a:spcAft>
            </a:pPr>
            <a:r>
              <a:rPr lang="zh-CN" altLang="en-US" sz="1000" b="1" kern="100" spc="30" dirty="0">
                <a:solidFill>
                  <a:srgbClr val="004477"/>
                </a:solidFill>
                <a:effectLst/>
                <a:latin typeface="黑体" panose="02010609060101010101" pitchFamily="49" charset="-122"/>
                <a:ea typeface="黑体" panose="02010609060101010101" pitchFamily="49" charset="-122"/>
                <a:cs typeface="Times New Roman" panose="02020603050405020304" charset="0"/>
              </a:rPr>
              <a:t>重要声明</a:t>
            </a:r>
          </a:p>
          <a:p>
            <a:pPr marR="0">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本报告由国信证券股份有限公司（已具备中国证监会许可的证券投资咨询业务资格）制作；报告版权归国信证券股份有限公司（以下简称“我公司”）所有。本报告仅供我公司客户使用，本公司不会因接收人收到本报告而视其为客户。未经书面许可，任何机构和个人不得以任何形式使用、复制或传播。任何有关本报告的摘要或节选都不代表本报告正式完整的观点，一切须以我公司向客户发布的本报告完整版本为准。</a:t>
            </a:r>
          </a:p>
          <a:p>
            <a:pPr marR="0">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本报告基于已公开的资料或信息撰写，但我公司不保证该资料及信息的完整性、准确性。本报告所载的信息、资料、建议及推测仅反映我公司于本报告公开发布当日的判断，在不同时期，我公司可能撰写并发布与本报告所载资料、建议及推测不一致的报告。我公司不保证本报告所含信息及资料处于最新状态；我公司可能随时补充、更新和修订有关信息及资料，投资者应当自行关注相关更新和修订内容。我公司或关联机构可能会持有本报告中所提到的公司所发行的证券并进行交易，还可能为这些公司提供或争取提供投资银行、财务顾问或金融产品等相关服务。本公司的资产管理部门、自营部门以及其他投资业务部门可能独立做出与本报告中意见或建议不一致的投资决策。</a:t>
            </a:r>
          </a:p>
          <a:p>
            <a:pPr marR="0">
              <a:spcBef>
                <a:spcPts val="100"/>
              </a:spcBef>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本报告仅供参考之用，不构成出售或购买证券或其他投资标的要约或邀请。在任何情况下，本报告中的信息和意见均不构成对任何个人的投资建议。任何形式的分享证券投资收益或者分担证券投资损失的书面或口头承诺均为无效。投资者应结合自己的投资目标和财务状况自行判断是否采用本报告所载内容和信息并自行承担风险，我公司及雇员对投资者使用本报告及其内容而造成的一切后果不承担任何法律责任。</a:t>
            </a:r>
          </a:p>
          <a:p>
            <a:pPr algn="just">
              <a:spcBef>
                <a:spcPts val="200"/>
              </a:spcBef>
              <a:spcAft>
                <a:spcPts val="200"/>
              </a:spcAft>
            </a:pPr>
            <a:r>
              <a:rPr lang="zh-CN" altLang="en-US" sz="1000" b="1" kern="100" spc="30" dirty="0">
                <a:solidFill>
                  <a:srgbClr val="004477"/>
                </a:solidFill>
                <a:effectLst/>
                <a:latin typeface="黑体" panose="02010609060101010101" pitchFamily="49" charset="-122"/>
                <a:ea typeface="黑体" panose="02010609060101010101" pitchFamily="49" charset="-122"/>
                <a:cs typeface="Times New Roman" panose="02020603050405020304" charset="0"/>
              </a:rPr>
              <a:t>证券投资咨询业务的说明</a:t>
            </a:r>
          </a:p>
          <a:p>
            <a:pPr marR="0">
              <a:spcAft>
                <a:spcPts val="200"/>
              </a:spcAft>
            </a:pPr>
            <a:r>
              <a:rPr lang="zh-CN" altLang="en-US" sz="1000" kern="100" spc="30" dirty="0">
                <a:solidFill>
                  <a:srgbClr val="000000"/>
                </a:solidFill>
                <a:effectLst/>
                <a:latin typeface="黑体" panose="02010609060101010101" pitchFamily="49" charset="-122"/>
                <a:ea typeface="黑体" panose="02010609060101010101" pitchFamily="49" charset="-122"/>
                <a:cs typeface="Times New Roman" panose="02020603050405020304" charset="0"/>
              </a:rPr>
              <a:t>本公司具备中国证监会核准的证券投资咨询业务资格。证券投资咨询，是指从事证券投资咨询业务的机构及其投资咨询人员以下列形式为证券投资人或者客户提供证券投资分析、预测或者建议等直接或者间接有偿咨询服务的活动：接受投资人或者客户委托，提供证券投资咨询服务；举办有关证券投资咨询的讲座、报告会、分析会等；在报刊上发表证券投资咨询的文章、评论、报告，以及通过电台、电视台等公众传播媒体提供证券投资咨询服务；通过电话、传真、电脑网络等电信设备系统，提供证券投资咨询服务；中国证监会认定的其他形式。</a:t>
            </a:r>
            <a:endParaRPr lang="zh-CN" altLang="en-US" sz="1000" kern="100" dirty="0">
              <a:solidFill>
                <a:srgbClr val="000000"/>
              </a:solidFill>
              <a:effectLst/>
              <a:latin typeface="黑体" panose="02010609060101010101" pitchFamily="49" charset="-122"/>
              <a:ea typeface="黑体" panose="02010609060101010101" pitchFamily="49" charset="-122"/>
              <a:cs typeface="Times New Roman" panose="02020603050405020304" charset="0"/>
            </a:endParaRPr>
          </a:p>
          <a:p>
            <a:pPr marR="0">
              <a:spcAft>
                <a:spcPts val="200"/>
              </a:spcAft>
            </a:pPr>
            <a:r>
              <a:rPr lang="zh-CN" altLang="en-US" sz="1000" kern="100" spc="30" dirty="0">
                <a:solidFill>
                  <a:srgbClr val="000000"/>
                </a:solidFill>
                <a:effectLst/>
                <a:latin typeface="黑体" panose="02010609060101010101" pitchFamily="49" charset="-122"/>
                <a:ea typeface="黑体" panose="02010609060101010101" pitchFamily="49" charset="-122"/>
                <a:cs typeface="Times New Roman" panose="02020603050405020304" charset="0"/>
              </a:rPr>
              <a:t>发布证券研究报告是证券投资咨询业务的一种基本形式，指证券公司、证券投资咨询机构对证券及证券相关产品的价值、市场走势或者相关影响因素进行分析，形成证券估值、投资评级等投资分析意见，制作证券研究报告，并向客户发布的行为。</a:t>
            </a:r>
            <a:endPar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endParaRPr>
          </a:p>
        </p:txBody>
      </p:sp>
      <p:graphicFrame>
        <p:nvGraphicFramePr>
          <p:cNvPr id="5" name="表格 4"/>
          <p:cNvGraphicFramePr>
            <a:graphicFrameLocks noGrp="1"/>
          </p:cNvGraphicFramePr>
          <p:nvPr/>
        </p:nvGraphicFramePr>
        <p:xfrm>
          <a:off x="689209" y="928335"/>
          <a:ext cx="10816589" cy="2123680"/>
        </p:xfrm>
        <a:graphic>
          <a:graphicData uri="http://schemas.openxmlformats.org/drawingml/2006/table">
            <a:tbl>
              <a:tblPr firstRow="1" firstCol="1" bandRow="1" bandCol="1"/>
              <a:tblGrid>
                <a:gridCol w="2739414">
                  <a:extLst>
                    <a:ext uri="{9D8B030D-6E8A-4147-A177-3AD203B41FA5}">
                      <a16:colId xmlns:a16="http://schemas.microsoft.com/office/drawing/2014/main" val="20000"/>
                    </a:ext>
                  </a:extLst>
                </a:gridCol>
                <a:gridCol w="1931965">
                  <a:extLst>
                    <a:ext uri="{9D8B030D-6E8A-4147-A177-3AD203B41FA5}">
                      <a16:colId xmlns:a16="http://schemas.microsoft.com/office/drawing/2014/main" val="20001"/>
                    </a:ext>
                  </a:extLst>
                </a:gridCol>
                <a:gridCol w="1931965">
                  <a:extLst>
                    <a:ext uri="{9D8B030D-6E8A-4147-A177-3AD203B41FA5}">
                      <a16:colId xmlns:a16="http://schemas.microsoft.com/office/drawing/2014/main" val="20002"/>
                    </a:ext>
                  </a:extLst>
                </a:gridCol>
                <a:gridCol w="4213245">
                  <a:extLst>
                    <a:ext uri="{9D8B030D-6E8A-4147-A177-3AD203B41FA5}">
                      <a16:colId xmlns:a16="http://schemas.microsoft.com/office/drawing/2014/main" val="20003"/>
                    </a:ext>
                  </a:extLst>
                </a:gridCol>
              </a:tblGrid>
              <a:tr h="252000">
                <a:tc gridSpan="4">
                  <a:txBody>
                    <a:bodyPr/>
                    <a:lstStyle/>
                    <a:p>
                      <a:pPr marL="0" algn="just" defTabSz="914400" rtl="0" eaLnBrk="1" latinLnBrk="0" hangingPunct="1">
                        <a:lnSpc>
                          <a:spcPts val="1400"/>
                        </a:lnSpc>
                        <a:spcBef>
                          <a:spcPts val="200"/>
                        </a:spcBef>
                        <a:spcAft>
                          <a:spcPts val="200"/>
                        </a:spcAft>
                      </a:pPr>
                      <a:r>
                        <a:rPr lang="zh-CN" altLang="en-US" sz="1100" b="1" kern="100" spc="30" dirty="0">
                          <a:solidFill>
                            <a:srgbClr val="004477"/>
                          </a:solidFill>
                          <a:latin typeface="黑体" panose="02010609060101010101" pitchFamily="49" charset="-122"/>
                          <a:ea typeface="黑体" panose="02010609060101010101" pitchFamily="49" charset="-122"/>
                          <a:cs typeface="Times New Roman" panose="02020603050405020304" charset="0"/>
                        </a:rPr>
                        <a:t>国信证券投资评级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cap="flat" cmpd="sng" algn="ctr">
                      <a:solidFill>
                        <a:schemeClr val="tx1"/>
                      </a:solidFill>
                      <a:prstDash val="solid"/>
                      <a:round/>
                      <a:headEnd type="none" w="med" len="med"/>
                      <a:tailEnd type="none" w="med" len="med"/>
                    </a:lnB>
                    <a:lnTlToBr>
                      <a:noFill/>
                    </a:lnTlToBr>
                    <a:lnBlToTr>
                      <a:noFill/>
                    </a:lnBlToTr>
                  </a:tcPr>
                </a:tc>
                <a:tc hMerge="1">
                  <a:txBody>
                    <a:bodyPr/>
                    <a:lstStyle/>
                    <a:p>
                      <a:endParaRPr lang="en-US"/>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hMerge="1">
                  <a:txBody>
                    <a:bodyPr/>
                    <a:lstStyle/>
                    <a:p>
                      <a:endParaRPr lang="en-US"/>
                    </a:p>
                  </a:txBody>
                  <a:tcPr>
                    <a:lnT w="3175">
                      <a:solidFill>
                        <a:schemeClr val="tx1"/>
                      </a:solidFill>
                      <a:prstDash val="solid"/>
                    </a:lnT>
                    <a:lnB w="3175">
                      <a:solidFill>
                        <a:schemeClr val="tx1"/>
                      </a:solidFill>
                      <a:prstDash val="solid"/>
                    </a:lnB>
                  </a:tcPr>
                </a:tc>
                <a:tc hMerge="1">
                  <a:txBody>
                    <a:bodyPr/>
                    <a:lstStyle/>
                    <a:p>
                      <a:endParaRPr lang="en-US"/>
                    </a:p>
                  </a:txBody>
                  <a:tcPr>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0"/>
                  </a:ext>
                </a:extLst>
              </a:tr>
              <a:tr h="23368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00" dirty="0">
                          <a:solidFill>
                            <a:schemeClr val="tx1"/>
                          </a:solidFill>
                          <a:effectLst/>
                          <a:latin typeface="黑体" panose="02010609060101010101" pitchFamily="49" charset="-122"/>
                          <a:ea typeface="黑体" panose="02010609060101010101" pitchFamily="49" charset="-122"/>
                          <a:cs typeface="Arial" panose="020B0604020202020204"/>
                        </a:rPr>
                        <a:t>投资评级标准</a:t>
                      </a:r>
                    </a:p>
                  </a:txBody>
                  <a:tcPr marL="19051" marR="19051" marT="0" marB="0" anchor="ctr">
                    <a:lnL w="3175">
                      <a:solidFill>
                        <a:schemeClr val="tx1"/>
                      </a:solidFill>
                      <a:prstDash val="solid"/>
                    </a:lnL>
                    <a:lnR w="3175">
                      <a:solidFill>
                        <a:schemeClr val="tx1"/>
                      </a:solid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tcPr>
                </a:tc>
                <a:tc>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类别</a:t>
                      </a:r>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级别</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algn="ctr">
                        <a:spcAft>
                          <a:spcPts val="0"/>
                        </a:spcAft>
                      </a:pPr>
                      <a:r>
                        <a:rPr lang="zh-CN" altLang="en-US" sz="1000" b="1" kern="100" dirty="0">
                          <a:effectLst/>
                          <a:latin typeface="黑体" panose="02010609060101010101" pitchFamily="49" charset="-122"/>
                          <a:ea typeface="黑体" panose="02010609060101010101" pitchFamily="49" charset="-122"/>
                          <a:cs typeface="Arial" panose="020B0604020202020204"/>
                        </a:rPr>
                        <a:t>说明</a:t>
                      </a:r>
                      <a:endParaRPr lang="zh-CN" sz="1000" b="1" kern="100" dirty="0">
                        <a:effectLst/>
                        <a:latin typeface="黑体" panose="02010609060101010101" pitchFamily="49" charset="-122"/>
                        <a:ea typeface="黑体" panose="02010609060101010101" pitchFamily="49" charset="-122"/>
                        <a:cs typeface="Arial" panose="020B0604020202020204"/>
                      </a:endParaRP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1"/>
                  </a:ext>
                </a:extLst>
              </a:tr>
              <a:tr h="234000">
                <a:tc rowSpan="7">
                  <a:txBody>
                    <a:bodyPr/>
                    <a:lstStyle/>
                    <a:p>
                      <a:r>
                        <a:rPr lang="zh-CN" altLang="en-US" sz="1000" kern="1200" dirty="0">
                          <a:solidFill>
                            <a:schemeClr val="tx1"/>
                          </a:solidFill>
                          <a:effectLst/>
                          <a:latin typeface="+mn-ea"/>
                          <a:ea typeface="+mn-ea"/>
                          <a:cs typeface="+mn-cs"/>
                        </a:rPr>
                        <a:t>报告中投资建议所涉及的评级（如有）分为股票评级和行业评级（另有说明的除外）。评级标准为报告发布日后</a:t>
                      </a:r>
                      <a:r>
                        <a:rPr lang="en-US" altLang="zh-CN" sz="1000" kern="1200" dirty="0">
                          <a:solidFill>
                            <a:schemeClr val="tx1"/>
                          </a:solidFill>
                          <a:effectLst/>
                          <a:latin typeface="+mn-ea"/>
                          <a:ea typeface="+mn-ea"/>
                          <a:cs typeface="+mn-cs"/>
                        </a:rPr>
                        <a:t>6</a:t>
                      </a:r>
                      <a:r>
                        <a:rPr lang="zh-CN" altLang="en-US" sz="1000" kern="1200" dirty="0">
                          <a:solidFill>
                            <a:schemeClr val="tx1"/>
                          </a:solidFill>
                          <a:effectLst/>
                          <a:latin typeface="+mn-ea"/>
                          <a:ea typeface="+mn-ea"/>
                          <a:cs typeface="+mn-cs"/>
                        </a:rPr>
                        <a:t>到</a:t>
                      </a:r>
                      <a:r>
                        <a:rPr lang="en-US" altLang="zh-CN" sz="1000" kern="1200" dirty="0">
                          <a:solidFill>
                            <a:schemeClr val="tx1"/>
                          </a:solidFill>
                          <a:effectLst/>
                          <a:latin typeface="+mn-ea"/>
                          <a:ea typeface="+mn-ea"/>
                          <a:cs typeface="+mn-cs"/>
                        </a:rPr>
                        <a:t>12</a:t>
                      </a:r>
                      <a:r>
                        <a:rPr lang="zh-CN" altLang="en-US" sz="1000" kern="1200" dirty="0">
                          <a:solidFill>
                            <a:schemeClr val="tx1"/>
                          </a:solidFill>
                          <a:effectLst/>
                          <a:latin typeface="+mn-ea"/>
                          <a:ea typeface="+mn-ea"/>
                          <a:cs typeface="+mn-cs"/>
                        </a:rPr>
                        <a:t>个月内的相对市场表现，也即报告发布日后的</a:t>
                      </a:r>
                      <a:r>
                        <a:rPr lang="en-US" altLang="zh-CN" sz="1000" kern="1200" dirty="0">
                          <a:solidFill>
                            <a:schemeClr val="tx1"/>
                          </a:solidFill>
                          <a:effectLst/>
                          <a:latin typeface="+mn-ea"/>
                          <a:ea typeface="+mn-ea"/>
                          <a:cs typeface="+mn-cs"/>
                        </a:rPr>
                        <a:t>6</a:t>
                      </a:r>
                      <a:r>
                        <a:rPr lang="zh-CN" altLang="en-US" sz="1000" kern="1200" dirty="0">
                          <a:solidFill>
                            <a:schemeClr val="tx1"/>
                          </a:solidFill>
                          <a:effectLst/>
                          <a:latin typeface="+mn-ea"/>
                          <a:ea typeface="+mn-ea"/>
                          <a:cs typeface="+mn-cs"/>
                        </a:rPr>
                        <a:t>到</a:t>
                      </a:r>
                      <a:r>
                        <a:rPr lang="en-US" altLang="zh-CN" sz="1000" kern="1200" dirty="0">
                          <a:solidFill>
                            <a:schemeClr val="tx1"/>
                          </a:solidFill>
                          <a:effectLst/>
                          <a:latin typeface="+mn-ea"/>
                          <a:ea typeface="+mn-ea"/>
                          <a:cs typeface="+mn-cs"/>
                        </a:rPr>
                        <a:t>12</a:t>
                      </a:r>
                      <a:r>
                        <a:rPr lang="zh-CN" altLang="en-US" sz="1000" kern="1200" dirty="0">
                          <a:solidFill>
                            <a:schemeClr val="tx1"/>
                          </a:solidFill>
                          <a:effectLst/>
                          <a:latin typeface="+mn-ea"/>
                          <a:ea typeface="+mn-ea"/>
                          <a:cs typeface="+mn-cs"/>
                        </a:rPr>
                        <a:t>个月内公司股价（或行业指数）相对同期相关证券市场代表性指数的涨跌幅作为基准。</a:t>
                      </a:r>
                      <a:r>
                        <a:rPr lang="en-US" altLang="zh-CN" sz="1000" kern="1200" dirty="0">
                          <a:solidFill>
                            <a:schemeClr val="tx1"/>
                          </a:solidFill>
                          <a:effectLst/>
                          <a:latin typeface="+mn-ea"/>
                          <a:ea typeface="+mn-ea"/>
                          <a:cs typeface="+mn-cs"/>
                        </a:rPr>
                        <a:t>A</a:t>
                      </a:r>
                      <a:r>
                        <a:rPr lang="zh-CN" altLang="en-US" sz="1000" kern="1200" dirty="0">
                          <a:solidFill>
                            <a:schemeClr val="tx1"/>
                          </a:solidFill>
                          <a:effectLst/>
                          <a:latin typeface="+mn-ea"/>
                          <a:ea typeface="+mn-ea"/>
                          <a:cs typeface="+mn-cs"/>
                        </a:rPr>
                        <a:t>股市场以沪深</a:t>
                      </a:r>
                      <a:r>
                        <a:rPr lang="en-US" altLang="zh-CN" sz="1000" kern="1200" dirty="0">
                          <a:solidFill>
                            <a:schemeClr val="tx1"/>
                          </a:solidFill>
                          <a:effectLst/>
                          <a:latin typeface="+mn-ea"/>
                          <a:ea typeface="+mn-ea"/>
                          <a:cs typeface="+mn-cs"/>
                        </a:rPr>
                        <a:t>300</a:t>
                      </a:r>
                      <a:r>
                        <a:rPr lang="zh-CN" altLang="en-US" sz="1000" kern="1200" dirty="0">
                          <a:solidFill>
                            <a:schemeClr val="tx1"/>
                          </a:solidFill>
                          <a:effectLst/>
                          <a:latin typeface="+mn-ea"/>
                          <a:ea typeface="+mn-ea"/>
                          <a:cs typeface="+mn-cs"/>
                        </a:rPr>
                        <a:t>指数（</a:t>
                      </a:r>
                      <a:r>
                        <a:rPr lang="en-US" altLang="zh-CN" sz="1000" kern="1200" dirty="0">
                          <a:solidFill>
                            <a:schemeClr val="tx1"/>
                          </a:solidFill>
                          <a:effectLst/>
                          <a:latin typeface="+mn-ea"/>
                          <a:ea typeface="+mn-ea"/>
                          <a:cs typeface="+mn-cs"/>
                        </a:rPr>
                        <a:t>000300.SH</a:t>
                      </a:r>
                      <a:r>
                        <a:rPr lang="zh-CN" altLang="en-US" sz="1000" kern="1200" dirty="0">
                          <a:solidFill>
                            <a:schemeClr val="tx1"/>
                          </a:solidFill>
                          <a:effectLst/>
                          <a:latin typeface="+mn-ea"/>
                          <a:ea typeface="+mn-ea"/>
                          <a:cs typeface="+mn-cs"/>
                        </a:rPr>
                        <a:t>）作为基准；新三板市场以三板成指（</a:t>
                      </a:r>
                      <a:r>
                        <a:rPr lang="en-US" altLang="zh-CN" sz="1000" kern="1200" dirty="0">
                          <a:solidFill>
                            <a:schemeClr val="tx1"/>
                          </a:solidFill>
                          <a:effectLst/>
                          <a:latin typeface="+mn-ea"/>
                          <a:ea typeface="+mn-ea"/>
                          <a:cs typeface="+mn-cs"/>
                        </a:rPr>
                        <a:t>899001.CSI</a:t>
                      </a:r>
                      <a:r>
                        <a:rPr lang="zh-CN" altLang="en-US" sz="1000" kern="1200" dirty="0">
                          <a:solidFill>
                            <a:schemeClr val="tx1"/>
                          </a:solidFill>
                          <a:effectLst/>
                          <a:latin typeface="+mn-ea"/>
                          <a:ea typeface="+mn-ea"/>
                          <a:cs typeface="+mn-cs"/>
                        </a:rPr>
                        <a:t>）为基准；香港市场以恒生指数</a:t>
                      </a:r>
                      <a:r>
                        <a:rPr lang="en-US" altLang="zh-CN" sz="1000" kern="1200" dirty="0">
                          <a:solidFill>
                            <a:schemeClr val="tx1"/>
                          </a:solidFill>
                          <a:effectLst/>
                          <a:latin typeface="+mn-ea"/>
                          <a:ea typeface="+mn-ea"/>
                          <a:cs typeface="+mn-cs"/>
                        </a:rPr>
                        <a:t>(HSI.HI)</a:t>
                      </a:r>
                      <a:r>
                        <a:rPr lang="zh-CN" altLang="en-US" sz="1000" kern="1200" dirty="0">
                          <a:solidFill>
                            <a:schemeClr val="tx1"/>
                          </a:solidFill>
                          <a:effectLst/>
                          <a:latin typeface="+mn-ea"/>
                          <a:ea typeface="+mn-ea"/>
                          <a:cs typeface="+mn-cs"/>
                        </a:rPr>
                        <a:t>作为基准；美国市场以标普</a:t>
                      </a:r>
                      <a:r>
                        <a:rPr lang="en-US" altLang="zh-CN" sz="1000" kern="1200" dirty="0">
                          <a:solidFill>
                            <a:schemeClr val="tx1"/>
                          </a:solidFill>
                          <a:effectLst/>
                          <a:latin typeface="+mn-ea"/>
                          <a:ea typeface="+mn-ea"/>
                          <a:cs typeface="+mn-cs"/>
                        </a:rPr>
                        <a:t>500</a:t>
                      </a:r>
                      <a:r>
                        <a:rPr lang="zh-CN" altLang="en-US" sz="1000" kern="1200" dirty="0">
                          <a:solidFill>
                            <a:schemeClr val="tx1"/>
                          </a:solidFill>
                          <a:effectLst/>
                          <a:latin typeface="+mn-ea"/>
                          <a:ea typeface="+mn-ea"/>
                          <a:cs typeface="+mn-cs"/>
                        </a:rPr>
                        <a:t>指数</a:t>
                      </a:r>
                      <a:r>
                        <a:rPr lang="en-US" altLang="zh-CN" sz="1000" kern="1200" dirty="0">
                          <a:solidFill>
                            <a:schemeClr val="tx1"/>
                          </a:solidFill>
                          <a:effectLst/>
                          <a:latin typeface="+mn-ea"/>
                          <a:ea typeface="+mn-ea"/>
                          <a:cs typeface="+mn-cs"/>
                        </a:rPr>
                        <a:t>(SPX.GI)</a:t>
                      </a:r>
                      <a:r>
                        <a:rPr lang="zh-CN" altLang="en-US" sz="1000" kern="1200" dirty="0">
                          <a:solidFill>
                            <a:schemeClr val="tx1"/>
                          </a:solidFill>
                          <a:effectLst/>
                          <a:latin typeface="+mn-ea"/>
                          <a:ea typeface="+mn-ea"/>
                          <a:cs typeface="+mn-cs"/>
                        </a:rPr>
                        <a:t>或纳斯达克指数（</a:t>
                      </a:r>
                      <a:r>
                        <a:rPr lang="en-US" altLang="zh-CN" sz="1000" kern="1200" dirty="0">
                          <a:solidFill>
                            <a:schemeClr val="tx1"/>
                          </a:solidFill>
                          <a:effectLst/>
                          <a:latin typeface="+mn-ea"/>
                          <a:ea typeface="+mn-ea"/>
                          <a:cs typeface="+mn-cs"/>
                        </a:rPr>
                        <a:t>IXIC.GI</a:t>
                      </a:r>
                      <a:r>
                        <a:rPr lang="zh-CN" altLang="en-US" sz="1000" kern="1200" dirty="0">
                          <a:solidFill>
                            <a:schemeClr val="tx1"/>
                          </a:solidFill>
                          <a:effectLst/>
                          <a:latin typeface="+mn-ea"/>
                          <a:ea typeface="+mn-ea"/>
                          <a:cs typeface="+mn-cs"/>
                        </a:rPr>
                        <a:t>）为基准。</a:t>
                      </a:r>
                    </a:p>
                  </a:txBody>
                  <a:tcPr marL="19051" marR="19051" marT="0" marB="0" anchor="ctr">
                    <a:lnL w="3175">
                      <a:solidFill>
                        <a:schemeClr val="tx1"/>
                      </a:solidFill>
                      <a:prstDash val="solid"/>
                    </a:lnL>
                    <a:lnR w="3175">
                      <a:solidFill>
                        <a:schemeClr val="tx1"/>
                      </a:solidFill>
                      <a:prstDash val="solid"/>
                    </a:lnR>
                    <a:lnT w="3175" cap="flat" cmpd="sng" algn="ctr">
                      <a:solidFill>
                        <a:schemeClr val="tx1"/>
                      </a:solidFill>
                      <a:prstDash val="solid"/>
                      <a:round/>
                      <a:headEnd type="none" w="med" len="med"/>
                      <a:tailEnd type="none" w="med" len="med"/>
                    </a:lnT>
                    <a:lnTlToBr>
                      <a:noFill/>
                    </a:lnTlToBr>
                    <a:lnBlToTr>
                      <a:noFill/>
                    </a:lnBlToTr>
                  </a:tcPr>
                </a:tc>
                <a:tc rowSpan="4">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股票投资评级</a:t>
                      </a:r>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优于大市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股价表现优于市场</a:t>
                      </a:r>
                      <a:r>
                        <a:rPr lang="zh-CN" altLang="en-US" sz="1000" kern="100" dirty="0">
                          <a:solidFill>
                            <a:schemeClr val="tx1"/>
                          </a:solidFill>
                          <a:effectLst/>
                          <a:latin typeface="黑体" panose="02010609060101010101" pitchFamily="49" charset="-122"/>
                          <a:ea typeface="黑体" panose="02010609060101010101" pitchFamily="49" charset="-122"/>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以上</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2"/>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中性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股价表现介于市场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effectLst/>
                          <a:latin typeface="黑体" panose="02010609060101010101" pitchFamily="49" charset="-122"/>
                          <a:ea typeface="黑体" panose="02010609060101010101" pitchFamily="49" charset="-122"/>
                          <a:cs typeface="Arial" panose="020B0604020202020204"/>
                          <a:sym typeface="+mn-ea"/>
                        </a:rPr>
                        <a:t>±</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之间</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3"/>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弱于大市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股价表现</a:t>
                      </a:r>
                      <a:r>
                        <a:rPr lang="zh-CN" sz="1000" kern="100" dirty="0">
                          <a:effectLst/>
                          <a:latin typeface="黑体" panose="02010609060101010101" pitchFamily="49" charset="-122"/>
                          <a:ea typeface="黑体" panose="02010609060101010101" pitchFamily="49" charset="-122"/>
                          <a:cs typeface="Arial" panose="020B0604020202020204"/>
                          <a:sym typeface="+mn-ea"/>
                        </a:rPr>
                        <a:t>弱</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effectLst/>
                          <a:latin typeface="黑体" panose="02010609060101010101" pitchFamily="49" charset="-122"/>
                          <a:ea typeface="黑体" panose="02010609060101010101" pitchFamily="49" charset="-122"/>
                          <a:cs typeface="Arial" panose="020B0604020202020204"/>
                          <a:sym typeface="+mn-ea"/>
                        </a:rPr>
                        <a:t>以上</a:t>
                      </a:r>
                      <a:endParaRPr lang="zh-CN" sz="1000" kern="100" dirty="0">
                        <a:solidFill>
                          <a:schemeClr val="tx1"/>
                        </a:solidFill>
                        <a:effectLst/>
                        <a:latin typeface="黑体" panose="02010609060101010101" pitchFamily="49" charset="-122"/>
                        <a:ea typeface="黑体" panose="02010609060101010101" pitchFamily="49" charset="-122"/>
                        <a:cs typeface="Arial" panose="020B0604020202020204"/>
                      </a:endParaRP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4"/>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lnB w="3175">
                      <a:solidFill>
                        <a:schemeClr val="tx1"/>
                      </a:solidFill>
                      <a:prstDash val="solid"/>
                    </a:lnB>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无评级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股价与市场代表性指数相比无明确观点</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5"/>
                  </a:ext>
                </a:extLst>
              </a:tr>
              <a:tr h="234000">
                <a:tc vMerge="1">
                  <a:txBody>
                    <a:bodyPr/>
                    <a:lstStyle/>
                    <a:p>
                      <a:endParaRPr lang="en-US"/>
                    </a:p>
                  </a:txBody>
                  <a:tcPr marL="19051" marR="19051" marT="0" marB="0" anchor="ctr">
                    <a:lnL w="3175">
                      <a:solidFill>
                        <a:schemeClr val="tx1"/>
                      </a:solidFill>
                      <a:prstDash val="solid"/>
                    </a:lnL>
                    <a:lnR w="3175">
                      <a:solidFill>
                        <a:schemeClr val="tx1"/>
                      </a:solidFill>
                      <a:prstDash val="solid"/>
                    </a:lnR>
                    <a:lnT w="3175" cap="flat" cmpd="sng" algn="ctr">
                      <a:solidFill>
                        <a:schemeClr val="tx1"/>
                      </a:solidFill>
                      <a:prstDash val="solid"/>
                      <a:round/>
                      <a:headEnd type="none" w="med" len="med"/>
                      <a:tailEnd type="none" w="med" len="med"/>
                    </a:lnT>
                    <a:lnB w="3175">
                      <a:solidFill>
                        <a:schemeClr val="tx1"/>
                      </a:solidFill>
                      <a:prstDash val="solid"/>
                    </a:lnB>
                    <a:lnTlToBr>
                      <a:noFill/>
                    </a:lnTlToBr>
                    <a:lnBlToTr>
                      <a:noFill/>
                    </a:lnBlToTr>
                  </a:tcPr>
                </a:tc>
                <a:tc rowSpan="3">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行业投资评级</a:t>
                      </a:r>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优于大市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行业指数表现优于市场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以上</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6"/>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tcPr>
                </a:tc>
                <a:tc>
                  <a:txBody>
                    <a:bodyPr/>
                    <a:lstStyle/>
                    <a:p>
                      <a:pPr algn="ctr">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中性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行业指数表现介于市场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之间</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7"/>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lnB w="3175">
                      <a:solidFill>
                        <a:schemeClr val="tx1"/>
                      </a:solidFill>
                      <a:prstDash val="solid"/>
                    </a:lnB>
                  </a:tcPr>
                </a:tc>
                <a:tc>
                  <a:txBody>
                    <a:bodyPr/>
                    <a:lstStyle/>
                    <a:p>
                      <a:pPr algn="ctr">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弱于大市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行业指数表现弱于市场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以上</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51224" y="0"/>
            <a:ext cx="12274973" cy="6850380"/>
            <a:chOff x="-62230" y="2721"/>
            <a:chExt cx="9206230" cy="5137785"/>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30" y="2721"/>
              <a:ext cx="9206230" cy="5137785"/>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0242" y="336771"/>
              <a:ext cx="1722881" cy="415704"/>
            </a:xfrm>
            <a:prstGeom prst="rect">
              <a:avLst/>
            </a:prstGeom>
          </p:spPr>
        </p:pic>
      </p:grpSp>
      <p:graphicFrame>
        <p:nvGraphicFramePr>
          <p:cNvPr id="2" name="表格 1"/>
          <p:cNvGraphicFramePr/>
          <p:nvPr/>
        </p:nvGraphicFramePr>
        <p:xfrm>
          <a:off x="708660" y="1334770"/>
          <a:ext cx="7467600" cy="4296025"/>
        </p:xfrm>
        <a:graphic>
          <a:graphicData uri="http://schemas.openxmlformats.org/drawingml/2006/table">
            <a:tbl>
              <a:tblPr firstRow="1" bandRow="1">
                <a:tableStyleId>{5C22544A-7EE6-4342-B048-85BDC9FD1C3A}</a:tableStyleId>
              </a:tblPr>
              <a:tblGrid>
                <a:gridCol w="7467600">
                  <a:extLst>
                    <a:ext uri="{9D8B030D-6E8A-4147-A177-3AD203B41FA5}">
                      <a16:colId xmlns:a16="http://schemas.microsoft.com/office/drawing/2014/main" val="20000"/>
                    </a:ext>
                  </a:extLst>
                </a:gridCol>
              </a:tblGrid>
              <a:tr h="473075">
                <a:tc>
                  <a:txBody>
                    <a:bodyPr/>
                    <a:lstStyle/>
                    <a:p>
                      <a:pPr>
                        <a:buNone/>
                      </a:pPr>
                      <a:r>
                        <a:rPr lang="zh-CN" altLang="en-US" sz="2400" dirty="0">
                          <a:solidFill>
                            <a:schemeClr val="bg1"/>
                          </a:solidFill>
                          <a:latin typeface="黑体" panose="02010609060101010101" pitchFamily="49" charset="-122"/>
                          <a:ea typeface="黑体" panose="02010609060101010101" pitchFamily="49" charset="-122"/>
                        </a:rPr>
                        <a:t>国信证券经济研究所</a:t>
                      </a:r>
                    </a:p>
                  </a:txBody>
                  <a:tcPr marL="0">
                    <a:lnL>
                      <a:noFill/>
                    </a:lnL>
                    <a:lnR>
                      <a:noFill/>
                    </a:lnR>
                    <a:lnT>
                      <a:noFill/>
                    </a:lnT>
                    <a:lnB w="12700">
                      <a:solidFill>
                        <a:schemeClr val="bg1"/>
                      </a:solidFill>
                      <a:prstDash val="solid"/>
                    </a:lnB>
                    <a:lnTlToBr>
                      <a:noFill/>
                    </a:lnTlToBr>
                    <a:lnBlToTr>
                      <a:noFill/>
                    </a:lnBlToTr>
                    <a:noFill/>
                  </a:tcPr>
                </a:tc>
                <a:extLst>
                  <a:ext uri="{0D108BD9-81ED-4DB2-BD59-A6C34878D82A}">
                    <a16:rowId xmlns:a16="http://schemas.microsoft.com/office/drawing/2014/main" val="10000"/>
                  </a:ext>
                </a:extLst>
              </a:tr>
              <a:tr h="539750">
                <a:tc>
                  <a:txBody>
                    <a:bodyPr/>
                    <a:lstStyle/>
                    <a:p>
                      <a:pPr>
                        <a:buNone/>
                      </a:pPr>
                      <a:r>
                        <a:rPr lang="zh-CN" altLang="en-US" b="1" dirty="0">
                          <a:solidFill>
                            <a:schemeClr val="bg1"/>
                          </a:solidFill>
                          <a:latin typeface="黑体" panose="02010609060101010101" pitchFamily="49" charset="-122"/>
                          <a:ea typeface="黑体" panose="02010609060101010101" pitchFamily="49" charset="-122"/>
                        </a:rPr>
                        <a:t>深圳</a:t>
                      </a:r>
                    </a:p>
                  </a:txBody>
                  <a:tcPr marL="0" anchor="b">
                    <a:lnL>
                      <a:noFill/>
                    </a:lnL>
                    <a:lnR>
                      <a:noFill/>
                    </a:lnR>
                    <a:lnT w="12700">
                      <a:solidFill>
                        <a:schemeClr val="bg1"/>
                      </a:solidFill>
                      <a:prstDash val="solid"/>
                    </a:lnT>
                    <a:lnB>
                      <a:noFill/>
                    </a:lnB>
                    <a:lnTlToBr>
                      <a:noFill/>
                    </a:lnTlToBr>
                    <a:lnBlToTr>
                      <a:noFill/>
                    </a:lnBlToTr>
                    <a:noFill/>
                  </a:tcPr>
                </a:tc>
                <a:extLst>
                  <a:ext uri="{0D108BD9-81ED-4DB2-BD59-A6C34878D82A}">
                    <a16:rowId xmlns:a16="http://schemas.microsoft.com/office/drawing/2014/main" val="10001"/>
                  </a:ext>
                </a:extLst>
              </a:tr>
              <a:tr h="367200">
                <a:tc>
                  <a:txBody>
                    <a:bodyPr/>
                    <a:lstStyle/>
                    <a:p>
                      <a:pPr>
                        <a:buNone/>
                      </a:pPr>
                      <a:r>
                        <a:rPr dirty="0">
                          <a:solidFill>
                            <a:schemeClr val="bg1"/>
                          </a:solidFill>
                          <a:latin typeface="黑体" panose="02010609060101010101" pitchFamily="49" charset="-122"/>
                          <a:ea typeface="黑体" panose="02010609060101010101" pitchFamily="49" charset="-122"/>
                        </a:rPr>
                        <a:t>深圳市福田区福华一路125号国信金融大厦36层</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邮编：</a:t>
                      </a:r>
                      <a:r>
                        <a:rPr lang="en-US" altLang="zh-CN" dirty="0">
                          <a:solidFill>
                            <a:schemeClr val="bg1"/>
                          </a:solidFill>
                          <a:latin typeface="黑体" panose="02010609060101010101" pitchFamily="49" charset="-122"/>
                          <a:ea typeface="黑体" panose="02010609060101010101" pitchFamily="49" charset="-122"/>
                        </a:rPr>
                        <a:t>518046    </a:t>
                      </a:r>
                      <a:r>
                        <a:rPr lang="zh-CN" altLang="en-US" dirty="0">
                          <a:solidFill>
                            <a:schemeClr val="bg1"/>
                          </a:solidFill>
                          <a:latin typeface="黑体" panose="02010609060101010101" pitchFamily="49" charset="-122"/>
                          <a:ea typeface="黑体" panose="02010609060101010101" pitchFamily="49" charset="-122"/>
                        </a:rPr>
                        <a:t>总机：</a:t>
                      </a:r>
                      <a:r>
                        <a:rPr lang="en-US" altLang="zh-CN" dirty="0">
                          <a:solidFill>
                            <a:schemeClr val="bg1"/>
                          </a:solidFill>
                          <a:latin typeface="黑体" panose="02010609060101010101" pitchFamily="49" charset="-122"/>
                          <a:ea typeface="黑体" panose="02010609060101010101" pitchFamily="49" charset="-122"/>
                        </a:rPr>
                        <a:t>0755-82130833</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540000">
                <a:tc>
                  <a:txBody>
                    <a:bodyPr/>
                    <a:lstStyle/>
                    <a:p>
                      <a:pPr>
                        <a:buNone/>
                      </a:pPr>
                      <a:r>
                        <a:rPr lang="zh-CN" altLang="en-US" b="1" dirty="0">
                          <a:solidFill>
                            <a:schemeClr val="bg1"/>
                          </a:solidFill>
                          <a:latin typeface="黑体" panose="02010609060101010101" pitchFamily="49" charset="-122"/>
                          <a:ea typeface="黑体" panose="02010609060101010101" pitchFamily="49" charset="-122"/>
                        </a:rPr>
                        <a:t>上海</a:t>
                      </a:r>
                    </a:p>
                  </a:txBody>
                  <a:tcPr marL="0" anchor="b">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上海浦东民生路</a:t>
                      </a:r>
                      <a:r>
                        <a:rPr lang="en-US" altLang="zh-CN" dirty="0">
                          <a:solidFill>
                            <a:schemeClr val="bg1"/>
                          </a:solidFill>
                          <a:latin typeface="黑体" panose="02010609060101010101" pitchFamily="49" charset="-122"/>
                          <a:ea typeface="黑体" panose="02010609060101010101" pitchFamily="49" charset="-122"/>
                        </a:rPr>
                        <a:t>1199</a:t>
                      </a:r>
                      <a:r>
                        <a:rPr lang="zh-CN" altLang="en-US" dirty="0">
                          <a:solidFill>
                            <a:schemeClr val="bg1"/>
                          </a:solidFill>
                          <a:latin typeface="黑体" panose="02010609060101010101" pitchFamily="49" charset="-122"/>
                          <a:ea typeface="黑体" panose="02010609060101010101" pitchFamily="49" charset="-122"/>
                        </a:rPr>
                        <a:t>弄证大五道口广场</a:t>
                      </a:r>
                      <a:r>
                        <a:rPr lang="en-US" altLang="zh-CN" dirty="0">
                          <a:solidFill>
                            <a:schemeClr val="bg1"/>
                          </a:solidFill>
                          <a:latin typeface="黑体" panose="02010609060101010101" pitchFamily="49" charset="-122"/>
                          <a:ea typeface="黑体" panose="02010609060101010101" pitchFamily="49" charset="-122"/>
                        </a:rPr>
                        <a:t>1</a:t>
                      </a:r>
                      <a:r>
                        <a:rPr lang="zh-CN" altLang="en-US" dirty="0">
                          <a:solidFill>
                            <a:schemeClr val="bg1"/>
                          </a:solidFill>
                          <a:latin typeface="黑体" panose="02010609060101010101" pitchFamily="49" charset="-122"/>
                          <a:ea typeface="黑体" panose="02010609060101010101" pitchFamily="49" charset="-122"/>
                        </a:rPr>
                        <a:t>号楼</a:t>
                      </a:r>
                      <a:r>
                        <a:rPr lang="en-US" altLang="zh-CN" dirty="0">
                          <a:solidFill>
                            <a:schemeClr val="bg1"/>
                          </a:solidFill>
                          <a:latin typeface="黑体" panose="02010609060101010101" pitchFamily="49" charset="-122"/>
                          <a:ea typeface="黑体" panose="02010609060101010101" pitchFamily="49" charset="-122"/>
                        </a:rPr>
                        <a:t>12</a:t>
                      </a:r>
                      <a:r>
                        <a:rPr lang="zh-CN" altLang="en-US" dirty="0">
                          <a:solidFill>
                            <a:schemeClr val="bg1"/>
                          </a:solidFill>
                          <a:latin typeface="黑体" panose="02010609060101010101" pitchFamily="49" charset="-122"/>
                          <a:ea typeface="黑体" panose="02010609060101010101" pitchFamily="49" charset="-122"/>
                        </a:rPr>
                        <a:t>楼</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邮编：</a:t>
                      </a:r>
                      <a:r>
                        <a:rPr lang="en-US" altLang="zh-CN" dirty="0">
                          <a:solidFill>
                            <a:schemeClr val="bg1"/>
                          </a:solidFill>
                          <a:latin typeface="黑体" panose="02010609060101010101" pitchFamily="49" charset="-122"/>
                          <a:ea typeface="黑体" panose="02010609060101010101" pitchFamily="49" charset="-122"/>
                        </a:rPr>
                        <a:t>200135</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540000">
                <a:tc>
                  <a:txBody>
                    <a:bodyPr/>
                    <a:lstStyle/>
                    <a:p>
                      <a:pPr>
                        <a:buNone/>
                      </a:pPr>
                      <a:r>
                        <a:rPr lang="zh-CN" altLang="en-US" b="1" dirty="0">
                          <a:solidFill>
                            <a:schemeClr val="bg1"/>
                          </a:solidFill>
                          <a:latin typeface="黑体" panose="02010609060101010101" pitchFamily="49" charset="-122"/>
                          <a:ea typeface="黑体" panose="02010609060101010101" pitchFamily="49" charset="-122"/>
                        </a:rPr>
                        <a:t>北京</a:t>
                      </a:r>
                    </a:p>
                  </a:txBody>
                  <a:tcPr marL="0" anchor="b">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北京西城区金融大街兴盛街</a:t>
                      </a:r>
                      <a:r>
                        <a:rPr lang="en-US" altLang="zh-CN" dirty="0">
                          <a:solidFill>
                            <a:schemeClr val="bg1"/>
                          </a:solidFill>
                          <a:latin typeface="黑体" panose="02010609060101010101" pitchFamily="49" charset="-122"/>
                          <a:ea typeface="黑体" panose="02010609060101010101" pitchFamily="49" charset="-122"/>
                        </a:rPr>
                        <a:t>6</a:t>
                      </a:r>
                      <a:r>
                        <a:rPr lang="zh-CN" altLang="en-US" dirty="0">
                          <a:solidFill>
                            <a:schemeClr val="bg1"/>
                          </a:solidFill>
                          <a:latin typeface="黑体" panose="02010609060101010101" pitchFamily="49" charset="-122"/>
                          <a:ea typeface="黑体" panose="02010609060101010101" pitchFamily="49" charset="-122"/>
                        </a:rPr>
                        <a:t>号国信证券</a:t>
                      </a:r>
                      <a:r>
                        <a:rPr lang="en-US" altLang="zh-CN" dirty="0">
                          <a:solidFill>
                            <a:schemeClr val="bg1"/>
                          </a:solidFill>
                          <a:latin typeface="黑体" panose="02010609060101010101" pitchFamily="49" charset="-122"/>
                          <a:ea typeface="黑体" panose="02010609060101010101" pitchFamily="49" charset="-122"/>
                        </a:rPr>
                        <a:t>9</a:t>
                      </a:r>
                      <a:r>
                        <a:rPr lang="zh-CN" altLang="en-US" dirty="0">
                          <a:solidFill>
                            <a:schemeClr val="bg1"/>
                          </a:solidFill>
                          <a:latin typeface="黑体" panose="02010609060101010101" pitchFamily="49" charset="-122"/>
                          <a:ea typeface="黑体" panose="02010609060101010101" pitchFamily="49" charset="-122"/>
                        </a:rPr>
                        <a:t>层</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邮编：</a:t>
                      </a:r>
                      <a:r>
                        <a:rPr lang="en-US" altLang="zh-CN" dirty="0">
                          <a:solidFill>
                            <a:schemeClr val="bg1"/>
                          </a:solidFill>
                          <a:latin typeface="黑体" panose="02010609060101010101" pitchFamily="49" charset="-122"/>
                          <a:ea typeface="黑体" panose="02010609060101010101" pitchFamily="49" charset="-122"/>
                        </a:rPr>
                        <a:t>100032</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a420e87-000d-4699-a0d3-6d04f65eca27"/>
  <p:tag name="COMMONDATA" val="eyJoZGlkIjoiNjlkN2RiMjI2MTJkOWRlNGFjOTBjZmNmNjVjODVjNDY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29a26fc-a21b-47ba-82c9-effa0e30fed6}"/>
  <p:tag name="TABLE_ENDDRAG_ORIGIN_RECT" val="295*6"/>
  <p:tag name="TABLE_ENDDRAG_RECT" val="327*417*295*6"/>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25</TotalTime>
  <Words>2025</Words>
  <Application>Microsoft Office PowerPoint</Application>
  <PresentationFormat>宽屏</PresentationFormat>
  <Paragraphs>169</Paragraphs>
  <Slides>33</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黑体</vt:lpstr>
      <vt:lpstr>微软雅黑</vt:lpstr>
      <vt:lpstr>Arial</vt:lpstr>
      <vt:lpstr>Calibri</vt:lpstr>
      <vt:lpstr>Times New Roman</vt:lpstr>
      <vt:lpstr>Wingdings</vt:lpstr>
      <vt:lpstr>Office 主题​​</vt:lpstr>
      <vt:lpstr>PowerPoint 演示文稿</vt:lpstr>
      <vt:lpstr>核心观点</vt:lpstr>
      <vt:lpstr>目录</vt:lpstr>
      <vt:lpstr>{{环境新闻标题1}}</vt:lpstr>
      <vt:lpstr>{{环境新闻标题2}}</vt:lpstr>
      <vt:lpstr>{{环境新闻标题3}}</vt:lpstr>
      <vt:lpstr>{{环境新闻标题4}}</vt:lpstr>
      <vt:lpstr>{{环境新闻标题5}}</vt:lpstr>
      <vt:lpstr>{{环境新闻标题6}}</vt:lpstr>
      <vt:lpstr>{{环境新闻标题7}}</vt:lpstr>
      <vt:lpstr>{{环境新闻标题8}}</vt:lpstr>
      <vt:lpstr>目录</vt:lpstr>
      <vt:lpstr>{{社会新闻标题1}}</vt:lpstr>
      <vt:lpstr>{{社会新闻标题2}}</vt:lpstr>
      <vt:lpstr>{{社会新闻标题3}}</vt:lpstr>
      <vt:lpstr>{{社会新闻标题4}}</vt:lpstr>
      <vt:lpstr>{{社会新闻标题5}}</vt:lpstr>
      <vt:lpstr>{{社会新闻标题6}}</vt:lpstr>
      <vt:lpstr>{{社会新闻标题7}}</vt:lpstr>
      <vt:lpstr>{{社会新闻标题8}}</vt:lpstr>
      <vt:lpstr>目录</vt:lpstr>
      <vt:lpstr>{{治理新闻标题1}}</vt:lpstr>
      <vt:lpstr>{{治理新闻标题2}}</vt:lpstr>
      <vt:lpstr>{{治理新闻标题3}}</vt:lpstr>
      <vt:lpstr>{{治理新闻标题4}}</vt:lpstr>
      <vt:lpstr>{{治理新闻标题5}}</vt:lpstr>
      <vt:lpstr>{{治理新闻标题6}}</vt:lpstr>
      <vt:lpstr>{{治理新闻标题7}}</vt:lpstr>
      <vt:lpstr>{{治理新闻标题8}}</vt:lpstr>
      <vt:lpstr>目录</vt:lpstr>
      <vt:lpstr>风险提示</vt:lpstr>
      <vt:lpstr>免责声明</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Jang</dc:creator>
  <cp:lastModifiedBy>saboun shaheq</cp:lastModifiedBy>
  <cp:revision>84</cp:revision>
  <dcterms:created xsi:type="dcterms:W3CDTF">2019-09-19T02:01:00Z</dcterms:created>
  <dcterms:modified xsi:type="dcterms:W3CDTF">2026-02-22T07:41:33Z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9871AD0554E841B1A5B9100ACEE68113</vt:lpwstr>
  </property>
</Properties>
</file>